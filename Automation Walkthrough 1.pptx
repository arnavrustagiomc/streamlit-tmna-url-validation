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2"/>
  </p:notesMasterIdLst>
  <p:sldIdLst>
    <p:sldId id="13394" r:id="rId5"/>
    <p:sldId id="13427" r:id="rId6"/>
    <p:sldId id="13433" r:id="rId7"/>
    <p:sldId id="13426" r:id="rId8"/>
    <p:sldId id="13435" r:id="rId9"/>
    <p:sldId id="13423" r:id="rId10"/>
    <p:sldId id="13432" r:id="rId11"/>
  </p:sldIdLst>
  <p:sldSz cx="12192000" cy="6858000"/>
  <p:notesSz cx="6858000" cy="9144000"/>
  <p:defaultTextStyle>
    <a:defPPr>
      <a:defRPr lang="en-M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3466EA3-D906-4DE4-850F-E7B373F2F0AB}">
          <p14:sldIdLst>
            <p14:sldId id="13394"/>
            <p14:sldId id="13427"/>
            <p14:sldId id="13433"/>
            <p14:sldId id="13426"/>
            <p14:sldId id="13435"/>
            <p14:sldId id="13423"/>
            <p14:sldId id="1343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871F3E-447F-45DF-6BF0-F0A18B8A5A77}" v="1" dt="2026-07-28T12:40:34.478"/>
    <p1510:client id="{767927F1-9275-43FF-872A-0531B1F0D035}" v="207" dt="2026-07-28T13:19:58.4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0AC094-D313-46FE-9887-2A9098AAF848}" type="doc">
      <dgm:prSet loTypeId="urn:microsoft.com/office/officeart/2005/8/layout/hProcess9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MU"/>
        </a:p>
      </dgm:t>
    </dgm:pt>
    <dgm:pt modelId="{575B4C68-D37F-4171-8780-1B824C919952}">
      <dgm:prSet phldrT="[Text]" custT="1"/>
      <dgm:spPr/>
      <dgm:t>
        <a:bodyPr/>
        <a:lstStyle/>
        <a:p>
          <a:r>
            <a:rPr lang="en-IN" sz="1600" dirty="0"/>
            <a:t>Dataset</a:t>
          </a:r>
        </a:p>
      </dgm:t>
    </dgm:pt>
    <dgm:pt modelId="{718E1B61-9C39-4EE1-B2F8-E1518CEE5412}" type="parTrans" cxnId="{3C364FF4-8A24-4853-8614-F8551633D5EE}">
      <dgm:prSet/>
      <dgm:spPr/>
      <dgm:t>
        <a:bodyPr/>
        <a:lstStyle/>
        <a:p>
          <a:endParaRPr lang="en-IN" sz="1600"/>
        </a:p>
      </dgm:t>
    </dgm:pt>
    <dgm:pt modelId="{B332A19C-B72B-4807-836B-8242C12481A3}" type="sibTrans" cxnId="{3C364FF4-8A24-4853-8614-F8551633D5EE}">
      <dgm:prSet/>
      <dgm:spPr/>
      <dgm:t>
        <a:bodyPr/>
        <a:lstStyle/>
        <a:p>
          <a:endParaRPr lang="en-IN" sz="1600"/>
        </a:p>
      </dgm:t>
    </dgm:pt>
    <dgm:pt modelId="{75AF4525-13B3-473D-A47B-036AAE0F48CE}">
      <dgm:prSet custT="1"/>
      <dgm:spPr/>
      <dgm:t>
        <a:bodyPr/>
        <a:lstStyle/>
        <a:p>
          <a:r>
            <a:rPr lang="en-IN" sz="1600" dirty="0" err="1"/>
            <a:t>Streamlit</a:t>
          </a:r>
          <a:r>
            <a:rPr lang="en-IN" sz="1600" dirty="0"/>
            <a:t> UI</a:t>
          </a:r>
        </a:p>
      </dgm:t>
    </dgm:pt>
    <dgm:pt modelId="{294BF28C-7EFF-4B40-AC0A-622A531B1531}" type="parTrans" cxnId="{8DFA68C1-A92A-4F9C-8AC3-B21B643ED8BE}">
      <dgm:prSet/>
      <dgm:spPr/>
      <dgm:t>
        <a:bodyPr/>
        <a:lstStyle/>
        <a:p>
          <a:endParaRPr lang="en-IN" sz="1600"/>
        </a:p>
      </dgm:t>
    </dgm:pt>
    <dgm:pt modelId="{3DC5F5CD-C1B5-4F91-B5B7-586C1BBC0852}" type="sibTrans" cxnId="{8DFA68C1-A92A-4F9C-8AC3-B21B643ED8BE}">
      <dgm:prSet/>
      <dgm:spPr/>
      <dgm:t>
        <a:bodyPr/>
        <a:lstStyle/>
        <a:p>
          <a:endParaRPr lang="en-IN" sz="1600"/>
        </a:p>
      </dgm:t>
    </dgm:pt>
    <dgm:pt modelId="{ECF2D5D8-10E2-41F3-B4D6-26CDBDB7ACDD}">
      <dgm:prSet custT="1"/>
      <dgm:spPr/>
      <dgm:t>
        <a:bodyPr/>
        <a:lstStyle/>
        <a:p>
          <a:r>
            <a:rPr lang="en-IN" sz="1600" dirty="0"/>
            <a:t>Validation Engine</a:t>
          </a:r>
        </a:p>
      </dgm:t>
    </dgm:pt>
    <dgm:pt modelId="{910FFF65-D079-4B60-91A4-786AB92F012C}" type="parTrans" cxnId="{489C5D30-06D9-4BAF-A1AF-D4F8DAA3B189}">
      <dgm:prSet/>
      <dgm:spPr/>
      <dgm:t>
        <a:bodyPr/>
        <a:lstStyle/>
        <a:p>
          <a:endParaRPr lang="en-IN" sz="1600"/>
        </a:p>
      </dgm:t>
    </dgm:pt>
    <dgm:pt modelId="{D3375D2B-00AE-4BF7-A599-C7551FD457DD}" type="sibTrans" cxnId="{489C5D30-06D9-4BAF-A1AF-D4F8DAA3B189}">
      <dgm:prSet/>
      <dgm:spPr/>
      <dgm:t>
        <a:bodyPr/>
        <a:lstStyle/>
        <a:p>
          <a:endParaRPr lang="en-IN" sz="1600"/>
        </a:p>
      </dgm:t>
    </dgm:pt>
    <dgm:pt modelId="{83FE8B8B-FDFB-431F-A89C-210570106C37}">
      <dgm:prSet custT="1"/>
      <dgm:spPr/>
      <dgm:t>
        <a:bodyPr/>
        <a:lstStyle/>
        <a:p>
          <a:r>
            <a:rPr lang="en-IN" sz="1600"/>
            <a:t>Issue Classification</a:t>
          </a:r>
        </a:p>
      </dgm:t>
    </dgm:pt>
    <dgm:pt modelId="{14E00748-1D20-4A39-B970-CB1E872441AA}" type="parTrans" cxnId="{8F10FA70-7151-448B-9ABE-1DB34C1EDB1F}">
      <dgm:prSet/>
      <dgm:spPr/>
      <dgm:t>
        <a:bodyPr/>
        <a:lstStyle/>
        <a:p>
          <a:endParaRPr lang="en-IN" sz="1600"/>
        </a:p>
      </dgm:t>
    </dgm:pt>
    <dgm:pt modelId="{B56F0BCF-0D0C-446D-85AC-4C7C76B977DA}" type="sibTrans" cxnId="{8F10FA70-7151-448B-9ABE-1DB34C1EDB1F}">
      <dgm:prSet/>
      <dgm:spPr/>
      <dgm:t>
        <a:bodyPr/>
        <a:lstStyle/>
        <a:p>
          <a:endParaRPr lang="en-IN" sz="1600"/>
        </a:p>
      </dgm:t>
    </dgm:pt>
    <dgm:pt modelId="{80F8C620-CED0-4EFE-9F67-037B37D70B5F}">
      <dgm:prSet custT="1"/>
      <dgm:spPr/>
      <dgm:t>
        <a:bodyPr/>
        <a:lstStyle/>
        <a:p>
          <a:r>
            <a:rPr lang="en-IN" sz="1600" dirty="0"/>
            <a:t>Recommended Fixes</a:t>
          </a:r>
        </a:p>
      </dgm:t>
    </dgm:pt>
    <dgm:pt modelId="{EFE44ED7-C71F-47BC-88CF-65E7C3828BB1}" type="parTrans" cxnId="{1B2AB8BC-47E1-492F-89BB-3CD2DFF2ACC3}">
      <dgm:prSet/>
      <dgm:spPr/>
      <dgm:t>
        <a:bodyPr/>
        <a:lstStyle/>
        <a:p>
          <a:endParaRPr lang="en-IN" sz="1600"/>
        </a:p>
      </dgm:t>
    </dgm:pt>
    <dgm:pt modelId="{EBAB423C-1659-4BE4-8744-CE8F6F939737}" type="sibTrans" cxnId="{1B2AB8BC-47E1-492F-89BB-3CD2DFF2ACC3}">
      <dgm:prSet/>
      <dgm:spPr/>
      <dgm:t>
        <a:bodyPr/>
        <a:lstStyle/>
        <a:p>
          <a:endParaRPr lang="en-IN" sz="1600"/>
        </a:p>
      </dgm:t>
    </dgm:pt>
    <dgm:pt modelId="{BE519C67-543A-4127-A42F-AC05DBB4271F}">
      <dgm:prSet custT="1"/>
      <dgm:spPr/>
      <dgm:t>
        <a:bodyPr/>
        <a:lstStyle/>
        <a:p>
          <a:r>
            <a:rPr lang="en-IN" sz="1600"/>
            <a:t>QA Output File</a:t>
          </a:r>
        </a:p>
      </dgm:t>
    </dgm:pt>
    <dgm:pt modelId="{DFE64EAC-A0D9-4C41-A81C-81528BF6D80B}" type="parTrans" cxnId="{476C8C4F-BB10-4B0C-8D8B-A3C91F5677AC}">
      <dgm:prSet/>
      <dgm:spPr/>
      <dgm:t>
        <a:bodyPr/>
        <a:lstStyle/>
        <a:p>
          <a:endParaRPr lang="en-IN" sz="1600"/>
        </a:p>
      </dgm:t>
    </dgm:pt>
    <dgm:pt modelId="{34837EBA-C620-4988-9A8F-5A673BE73749}" type="sibTrans" cxnId="{476C8C4F-BB10-4B0C-8D8B-A3C91F5677AC}">
      <dgm:prSet/>
      <dgm:spPr/>
      <dgm:t>
        <a:bodyPr/>
        <a:lstStyle/>
        <a:p>
          <a:endParaRPr lang="en-IN" sz="1600"/>
        </a:p>
      </dgm:t>
    </dgm:pt>
    <dgm:pt modelId="{FBBCB5BF-F2DA-4FE3-B22F-837EBA14EFBE}" type="pres">
      <dgm:prSet presAssocID="{8A0AC094-D313-46FE-9887-2A9098AAF848}" presName="CompostProcess" presStyleCnt="0">
        <dgm:presLayoutVars>
          <dgm:dir/>
          <dgm:resizeHandles val="exact"/>
        </dgm:presLayoutVars>
      </dgm:prSet>
      <dgm:spPr/>
    </dgm:pt>
    <dgm:pt modelId="{AE91801F-4A65-4D9E-BA45-15229FD4BAEE}" type="pres">
      <dgm:prSet presAssocID="{8A0AC094-D313-46FE-9887-2A9098AAF848}" presName="arrow" presStyleLbl="bgShp" presStyleIdx="0" presStyleCnt="1"/>
      <dgm:spPr/>
    </dgm:pt>
    <dgm:pt modelId="{6EF25456-B4DC-4D66-A7C0-BAB0122FDE30}" type="pres">
      <dgm:prSet presAssocID="{8A0AC094-D313-46FE-9887-2A9098AAF848}" presName="linearProcess" presStyleCnt="0"/>
      <dgm:spPr/>
    </dgm:pt>
    <dgm:pt modelId="{B2AFF18C-9DCF-40F7-9F3F-6B718C9E9DC9}" type="pres">
      <dgm:prSet presAssocID="{575B4C68-D37F-4171-8780-1B824C919952}" presName="textNode" presStyleLbl="node1" presStyleIdx="0" presStyleCnt="6">
        <dgm:presLayoutVars>
          <dgm:bulletEnabled val="1"/>
        </dgm:presLayoutVars>
      </dgm:prSet>
      <dgm:spPr/>
    </dgm:pt>
    <dgm:pt modelId="{28F02BD2-144A-4260-BF98-93A1C71A18E3}" type="pres">
      <dgm:prSet presAssocID="{B332A19C-B72B-4807-836B-8242C12481A3}" presName="sibTrans" presStyleCnt="0"/>
      <dgm:spPr/>
    </dgm:pt>
    <dgm:pt modelId="{C4143E83-E2C3-4054-B420-CAC21801FB3E}" type="pres">
      <dgm:prSet presAssocID="{75AF4525-13B3-473D-A47B-036AAE0F48CE}" presName="textNode" presStyleLbl="node1" presStyleIdx="1" presStyleCnt="6">
        <dgm:presLayoutVars>
          <dgm:bulletEnabled val="1"/>
        </dgm:presLayoutVars>
      </dgm:prSet>
      <dgm:spPr/>
    </dgm:pt>
    <dgm:pt modelId="{9B314D8F-3216-4C7F-AF72-B94CF0DF042B}" type="pres">
      <dgm:prSet presAssocID="{3DC5F5CD-C1B5-4F91-B5B7-586C1BBC0852}" presName="sibTrans" presStyleCnt="0"/>
      <dgm:spPr/>
    </dgm:pt>
    <dgm:pt modelId="{28746638-D4F4-4E44-8666-28FEABF7C165}" type="pres">
      <dgm:prSet presAssocID="{ECF2D5D8-10E2-41F3-B4D6-26CDBDB7ACDD}" presName="textNode" presStyleLbl="node1" presStyleIdx="2" presStyleCnt="6">
        <dgm:presLayoutVars>
          <dgm:bulletEnabled val="1"/>
        </dgm:presLayoutVars>
      </dgm:prSet>
      <dgm:spPr/>
    </dgm:pt>
    <dgm:pt modelId="{BA26F587-28E3-4E95-B693-2F50B22BF455}" type="pres">
      <dgm:prSet presAssocID="{D3375D2B-00AE-4BF7-A599-C7551FD457DD}" presName="sibTrans" presStyleCnt="0"/>
      <dgm:spPr/>
    </dgm:pt>
    <dgm:pt modelId="{D0A20B2A-E9B5-45F7-AD70-AE64D3AB1C71}" type="pres">
      <dgm:prSet presAssocID="{83FE8B8B-FDFB-431F-A89C-210570106C37}" presName="textNode" presStyleLbl="node1" presStyleIdx="3" presStyleCnt="6">
        <dgm:presLayoutVars>
          <dgm:bulletEnabled val="1"/>
        </dgm:presLayoutVars>
      </dgm:prSet>
      <dgm:spPr/>
    </dgm:pt>
    <dgm:pt modelId="{8F61FF58-1DEA-4550-B572-663B0898F5B0}" type="pres">
      <dgm:prSet presAssocID="{B56F0BCF-0D0C-446D-85AC-4C7C76B977DA}" presName="sibTrans" presStyleCnt="0"/>
      <dgm:spPr/>
    </dgm:pt>
    <dgm:pt modelId="{DCA92CA4-1708-4B8A-B27C-42FE21C09E9E}" type="pres">
      <dgm:prSet presAssocID="{80F8C620-CED0-4EFE-9F67-037B37D70B5F}" presName="textNode" presStyleLbl="node1" presStyleIdx="4" presStyleCnt="6">
        <dgm:presLayoutVars>
          <dgm:bulletEnabled val="1"/>
        </dgm:presLayoutVars>
      </dgm:prSet>
      <dgm:spPr/>
    </dgm:pt>
    <dgm:pt modelId="{BC186B51-B3B7-406C-A813-B9A4AA38DD6B}" type="pres">
      <dgm:prSet presAssocID="{EBAB423C-1659-4BE4-8744-CE8F6F939737}" presName="sibTrans" presStyleCnt="0"/>
      <dgm:spPr/>
    </dgm:pt>
    <dgm:pt modelId="{2239BAB7-E674-4F8F-BF12-1F339D1AE165}" type="pres">
      <dgm:prSet presAssocID="{BE519C67-543A-4127-A42F-AC05DBB4271F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07805309-97F3-4D94-B11F-1027B5BF6B6B}" type="presOf" srcId="{75AF4525-13B3-473D-A47B-036AAE0F48CE}" destId="{C4143E83-E2C3-4054-B420-CAC21801FB3E}" srcOrd="0" destOrd="0" presId="urn:microsoft.com/office/officeart/2005/8/layout/hProcess9"/>
    <dgm:cxn modelId="{EE3D6316-A664-420B-AF59-79735F22CBEC}" type="presOf" srcId="{8A0AC094-D313-46FE-9887-2A9098AAF848}" destId="{FBBCB5BF-F2DA-4FE3-B22F-837EBA14EFBE}" srcOrd="0" destOrd="0" presId="urn:microsoft.com/office/officeart/2005/8/layout/hProcess9"/>
    <dgm:cxn modelId="{305A2820-390C-46DD-9C0C-712E1C8056BC}" type="presOf" srcId="{80F8C620-CED0-4EFE-9F67-037B37D70B5F}" destId="{DCA92CA4-1708-4B8A-B27C-42FE21C09E9E}" srcOrd="0" destOrd="0" presId="urn:microsoft.com/office/officeart/2005/8/layout/hProcess9"/>
    <dgm:cxn modelId="{489C5D30-06D9-4BAF-A1AF-D4F8DAA3B189}" srcId="{8A0AC094-D313-46FE-9887-2A9098AAF848}" destId="{ECF2D5D8-10E2-41F3-B4D6-26CDBDB7ACDD}" srcOrd="2" destOrd="0" parTransId="{910FFF65-D079-4B60-91A4-786AB92F012C}" sibTransId="{D3375D2B-00AE-4BF7-A599-C7551FD457DD}"/>
    <dgm:cxn modelId="{66BDAB3D-E80E-470D-B7B0-B6741CF25188}" type="presOf" srcId="{BE519C67-543A-4127-A42F-AC05DBB4271F}" destId="{2239BAB7-E674-4F8F-BF12-1F339D1AE165}" srcOrd="0" destOrd="0" presId="urn:microsoft.com/office/officeart/2005/8/layout/hProcess9"/>
    <dgm:cxn modelId="{835BCE41-17D3-46E3-8B77-C2AD2F3E240A}" type="presOf" srcId="{575B4C68-D37F-4171-8780-1B824C919952}" destId="{B2AFF18C-9DCF-40F7-9F3F-6B718C9E9DC9}" srcOrd="0" destOrd="0" presId="urn:microsoft.com/office/officeart/2005/8/layout/hProcess9"/>
    <dgm:cxn modelId="{E03B1044-2CFF-4180-A9F3-A0FDCF51D72D}" type="presOf" srcId="{83FE8B8B-FDFB-431F-A89C-210570106C37}" destId="{D0A20B2A-E9B5-45F7-AD70-AE64D3AB1C71}" srcOrd="0" destOrd="0" presId="urn:microsoft.com/office/officeart/2005/8/layout/hProcess9"/>
    <dgm:cxn modelId="{476C8C4F-BB10-4B0C-8D8B-A3C91F5677AC}" srcId="{8A0AC094-D313-46FE-9887-2A9098AAF848}" destId="{BE519C67-543A-4127-A42F-AC05DBB4271F}" srcOrd="5" destOrd="0" parTransId="{DFE64EAC-A0D9-4C41-A81C-81528BF6D80B}" sibTransId="{34837EBA-C620-4988-9A8F-5A673BE73749}"/>
    <dgm:cxn modelId="{8F10FA70-7151-448B-9ABE-1DB34C1EDB1F}" srcId="{8A0AC094-D313-46FE-9887-2A9098AAF848}" destId="{83FE8B8B-FDFB-431F-A89C-210570106C37}" srcOrd="3" destOrd="0" parTransId="{14E00748-1D20-4A39-B970-CB1E872441AA}" sibTransId="{B56F0BCF-0D0C-446D-85AC-4C7C76B977DA}"/>
    <dgm:cxn modelId="{1B2AB8BC-47E1-492F-89BB-3CD2DFF2ACC3}" srcId="{8A0AC094-D313-46FE-9887-2A9098AAF848}" destId="{80F8C620-CED0-4EFE-9F67-037B37D70B5F}" srcOrd="4" destOrd="0" parTransId="{EFE44ED7-C71F-47BC-88CF-65E7C3828BB1}" sibTransId="{EBAB423C-1659-4BE4-8744-CE8F6F939737}"/>
    <dgm:cxn modelId="{8DFA68C1-A92A-4F9C-8AC3-B21B643ED8BE}" srcId="{8A0AC094-D313-46FE-9887-2A9098AAF848}" destId="{75AF4525-13B3-473D-A47B-036AAE0F48CE}" srcOrd="1" destOrd="0" parTransId="{294BF28C-7EFF-4B40-AC0A-622A531B1531}" sibTransId="{3DC5F5CD-C1B5-4F91-B5B7-586C1BBC0852}"/>
    <dgm:cxn modelId="{F893A6DD-62A3-4CE8-8C9C-2BDAE7C2BF04}" type="presOf" srcId="{ECF2D5D8-10E2-41F3-B4D6-26CDBDB7ACDD}" destId="{28746638-D4F4-4E44-8666-28FEABF7C165}" srcOrd="0" destOrd="0" presId="urn:microsoft.com/office/officeart/2005/8/layout/hProcess9"/>
    <dgm:cxn modelId="{3C364FF4-8A24-4853-8614-F8551633D5EE}" srcId="{8A0AC094-D313-46FE-9887-2A9098AAF848}" destId="{575B4C68-D37F-4171-8780-1B824C919952}" srcOrd="0" destOrd="0" parTransId="{718E1B61-9C39-4EE1-B2F8-E1518CEE5412}" sibTransId="{B332A19C-B72B-4807-836B-8242C12481A3}"/>
    <dgm:cxn modelId="{13381126-3DA3-4CE7-9050-F4C3ADBA1671}" type="presParOf" srcId="{FBBCB5BF-F2DA-4FE3-B22F-837EBA14EFBE}" destId="{AE91801F-4A65-4D9E-BA45-15229FD4BAEE}" srcOrd="0" destOrd="0" presId="urn:microsoft.com/office/officeart/2005/8/layout/hProcess9"/>
    <dgm:cxn modelId="{8D141193-D204-4281-8562-34BB7D05ACCF}" type="presParOf" srcId="{FBBCB5BF-F2DA-4FE3-B22F-837EBA14EFBE}" destId="{6EF25456-B4DC-4D66-A7C0-BAB0122FDE30}" srcOrd="1" destOrd="0" presId="urn:microsoft.com/office/officeart/2005/8/layout/hProcess9"/>
    <dgm:cxn modelId="{4CD62255-0513-40E2-A566-050977C3D0B0}" type="presParOf" srcId="{6EF25456-B4DC-4D66-A7C0-BAB0122FDE30}" destId="{B2AFF18C-9DCF-40F7-9F3F-6B718C9E9DC9}" srcOrd="0" destOrd="0" presId="urn:microsoft.com/office/officeart/2005/8/layout/hProcess9"/>
    <dgm:cxn modelId="{40EAA844-25F3-43B7-99DB-A25CE494AB37}" type="presParOf" srcId="{6EF25456-B4DC-4D66-A7C0-BAB0122FDE30}" destId="{28F02BD2-144A-4260-BF98-93A1C71A18E3}" srcOrd="1" destOrd="0" presId="urn:microsoft.com/office/officeart/2005/8/layout/hProcess9"/>
    <dgm:cxn modelId="{283FBED6-8879-4FFF-B8C7-0C79273DC034}" type="presParOf" srcId="{6EF25456-B4DC-4D66-A7C0-BAB0122FDE30}" destId="{C4143E83-E2C3-4054-B420-CAC21801FB3E}" srcOrd="2" destOrd="0" presId="urn:microsoft.com/office/officeart/2005/8/layout/hProcess9"/>
    <dgm:cxn modelId="{53D934A3-2D66-41DE-9850-6E76193064AA}" type="presParOf" srcId="{6EF25456-B4DC-4D66-A7C0-BAB0122FDE30}" destId="{9B314D8F-3216-4C7F-AF72-B94CF0DF042B}" srcOrd="3" destOrd="0" presId="urn:microsoft.com/office/officeart/2005/8/layout/hProcess9"/>
    <dgm:cxn modelId="{648257CB-374D-4B2D-A74B-8E7511E91CFC}" type="presParOf" srcId="{6EF25456-B4DC-4D66-A7C0-BAB0122FDE30}" destId="{28746638-D4F4-4E44-8666-28FEABF7C165}" srcOrd="4" destOrd="0" presId="urn:microsoft.com/office/officeart/2005/8/layout/hProcess9"/>
    <dgm:cxn modelId="{44263261-A6F7-45AD-8ABD-0A5759D70821}" type="presParOf" srcId="{6EF25456-B4DC-4D66-A7C0-BAB0122FDE30}" destId="{BA26F587-28E3-4E95-B693-2F50B22BF455}" srcOrd="5" destOrd="0" presId="urn:microsoft.com/office/officeart/2005/8/layout/hProcess9"/>
    <dgm:cxn modelId="{B4E86867-75AE-484D-AFE5-3B6301B2C81F}" type="presParOf" srcId="{6EF25456-B4DC-4D66-A7C0-BAB0122FDE30}" destId="{D0A20B2A-E9B5-45F7-AD70-AE64D3AB1C71}" srcOrd="6" destOrd="0" presId="urn:microsoft.com/office/officeart/2005/8/layout/hProcess9"/>
    <dgm:cxn modelId="{962C38A0-12B3-46D2-8732-1EDC12F6084C}" type="presParOf" srcId="{6EF25456-B4DC-4D66-A7C0-BAB0122FDE30}" destId="{8F61FF58-1DEA-4550-B572-663B0898F5B0}" srcOrd="7" destOrd="0" presId="urn:microsoft.com/office/officeart/2005/8/layout/hProcess9"/>
    <dgm:cxn modelId="{E3E6DBED-F5D7-4C27-A49F-62FC92A4FB08}" type="presParOf" srcId="{6EF25456-B4DC-4D66-A7C0-BAB0122FDE30}" destId="{DCA92CA4-1708-4B8A-B27C-42FE21C09E9E}" srcOrd="8" destOrd="0" presId="urn:microsoft.com/office/officeart/2005/8/layout/hProcess9"/>
    <dgm:cxn modelId="{F3E589F1-278E-4429-A719-41853398F553}" type="presParOf" srcId="{6EF25456-B4DC-4D66-A7C0-BAB0122FDE30}" destId="{BC186B51-B3B7-406C-A813-B9A4AA38DD6B}" srcOrd="9" destOrd="0" presId="urn:microsoft.com/office/officeart/2005/8/layout/hProcess9"/>
    <dgm:cxn modelId="{DEFDE561-33BD-45BD-BB4C-C161FC2D23FA}" type="presParOf" srcId="{6EF25456-B4DC-4D66-A7C0-BAB0122FDE30}" destId="{2239BAB7-E674-4F8F-BF12-1F339D1AE165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91801F-4A65-4D9E-BA45-15229FD4BAEE}">
      <dsp:nvSpPr>
        <dsp:cNvPr id="0" name=""/>
        <dsp:cNvSpPr/>
      </dsp:nvSpPr>
      <dsp:spPr>
        <a:xfrm>
          <a:off x="854015" y="0"/>
          <a:ext cx="9678837" cy="5418667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AFF18C-9DCF-40F7-9F3F-6B718C9E9DC9}">
      <dsp:nvSpPr>
        <dsp:cNvPr id="0" name=""/>
        <dsp:cNvSpPr/>
      </dsp:nvSpPr>
      <dsp:spPr>
        <a:xfrm>
          <a:off x="138" y="1625600"/>
          <a:ext cx="1666330" cy="216746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Dataset</a:t>
          </a:r>
        </a:p>
      </dsp:txBody>
      <dsp:txXfrm>
        <a:off x="81482" y="1706944"/>
        <a:ext cx="1503642" cy="2004778"/>
      </dsp:txXfrm>
    </dsp:sp>
    <dsp:sp modelId="{C4143E83-E2C3-4054-B420-CAC21801FB3E}">
      <dsp:nvSpPr>
        <dsp:cNvPr id="0" name=""/>
        <dsp:cNvSpPr/>
      </dsp:nvSpPr>
      <dsp:spPr>
        <a:xfrm>
          <a:off x="1944190" y="1625600"/>
          <a:ext cx="1666330" cy="216746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 err="1"/>
            <a:t>Streamlit</a:t>
          </a:r>
          <a:r>
            <a:rPr lang="en-IN" sz="1600" kern="1200" dirty="0"/>
            <a:t> UI</a:t>
          </a:r>
        </a:p>
      </dsp:txBody>
      <dsp:txXfrm>
        <a:off x="2025534" y="1706944"/>
        <a:ext cx="1503642" cy="2004778"/>
      </dsp:txXfrm>
    </dsp:sp>
    <dsp:sp modelId="{28746638-D4F4-4E44-8666-28FEABF7C165}">
      <dsp:nvSpPr>
        <dsp:cNvPr id="0" name=""/>
        <dsp:cNvSpPr/>
      </dsp:nvSpPr>
      <dsp:spPr>
        <a:xfrm>
          <a:off x="3888242" y="1625600"/>
          <a:ext cx="1666330" cy="216746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Validation Engine</a:t>
          </a:r>
        </a:p>
      </dsp:txBody>
      <dsp:txXfrm>
        <a:off x="3969586" y="1706944"/>
        <a:ext cx="1503642" cy="2004778"/>
      </dsp:txXfrm>
    </dsp:sp>
    <dsp:sp modelId="{D0A20B2A-E9B5-45F7-AD70-AE64D3AB1C71}">
      <dsp:nvSpPr>
        <dsp:cNvPr id="0" name=""/>
        <dsp:cNvSpPr/>
      </dsp:nvSpPr>
      <dsp:spPr>
        <a:xfrm>
          <a:off x="5832294" y="1625600"/>
          <a:ext cx="1666330" cy="216746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Issue Classification</a:t>
          </a:r>
        </a:p>
      </dsp:txBody>
      <dsp:txXfrm>
        <a:off x="5913638" y="1706944"/>
        <a:ext cx="1503642" cy="2004778"/>
      </dsp:txXfrm>
    </dsp:sp>
    <dsp:sp modelId="{DCA92CA4-1708-4B8A-B27C-42FE21C09E9E}">
      <dsp:nvSpPr>
        <dsp:cNvPr id="0" name=""/>
        <dsp:cNvSpPr/>
      </dsp:nvSpPr>
      <dsp:spPr>
        <a:xfrm>
          <a:off x="7776346" y="1625600"/>
          <a:ext cx="1666330" cy="216746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Recommended Fixes</a:t>
          </a:r>
        </a:p>
      </dsp:txBody>
      <dsp:txXfrm>
        <a:off x="7857690" y="1706944"/>
        <a:ext cx="1503642" cy="2004778"/>
      </dsp:txXfrm>
    </dsp:sp>
    <dsp:sp modelId="{2239BAB7-E674-4F8F-BF12-1F339D1AE165}">
      <dsp:nvSpPr>
        <dsp:cNvPr id="0" name=""/>
        <dsp:cNvSpPr/>
      </dsp:nvSpPr>
      <dsp:spPr>
        <a:xfrm>
          <a:off x="9720398" y="1625600"/>
          <a:ext cx="1666330" cy="216746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QA Output File</a:t>
          </a:r>
        </a:p>
      </dsp:txBody>
      <dsp:txXfrm>
        <a:off x="9801742" y="1706944"/>
        <a:ext cx="1503642" cy="20047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3F57D1-7FD4-4FD4-82A2-112A6CB6F29A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3A5D75-CD50-487B-86C6-F1973958D2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4961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 Stripe Cov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1DAB5E3-4FFF-7F40-BD9C-6493C329245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" y="0"/>
            <a:ext cx="3667795" cy="687308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marR="0" indent="0" algn="ctr" defTabSz="410683" rtl="0" eaLnBrk="1" fontAlgn="auto" latinLnBrk="0" hangingPunct="1">
              <a:lnSpc>
                <a:spcPct val="100000"/>
              </a:lnSpc>
              <a:spcBef>
                <a:spcPts val="2949"/>
              </a:spcBef>
              <a:spcAft>
                <a:spcPts val="0"/>
              </a:spcAft>
              <a:buClrTx/>
              <a:buSzPct val="145000"/>
              <a:buFontTx/>
              <a:buNone/>
              <a:tabLst/>
              <a:defRPr sz="125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24" name="Image" descr="Image">
            <a:extLst>
              <a:ext uri="{FF2B5EF4-FFF2-40B4-BE49-F238E27FC236}">
                <a16:creationId xmlns:a16="http://schemas.microsoft.com/office/drawing/2014/main" id="{B0A7B5F7-F26A-D54F-81B0-67B5BE3318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67796" y="1196"/>
            <a:ext cx="2892441" cy="6857186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Text">
            <a:extLst>
              <a:ext uri="{FF2B5EF4-FFF2-40B4-BE49-F238E27FC236}">
                <a16:creationId xmlns:a16="http://schemas.microsoft.com/office/drawing/2014/main" id="{8BBEFEAC-912D-B544-8AE4-92CD58060173}"/>
              </a:ext>
            </a:extLst>
          </p:cNvPr>
          <p:cNvSpPr txBox="1"/>
          <p:nvPr userDrawn="1"/>
        </p:nvSpPr>
        <p:spPr>
          <a:xfrm>
            <a:off x="2654301" y="1330512"/>
            <a:ext cx="9275016" cy="1302912"/>
          </a:xfrm>
          <a:prstGeom prst="rect">
            <a:avLst/>
          </a:prstGeom>
          <a:ln w="12700">
            <a:miter lim="400000"/>
          </a:ln>
        </p:spPr>
        <p:txBody>
          <a:bodyPr lIns="35714" tIns="35714" rIns="35714" bIns="35714">
            <a:spAutoFit/>
          </a:bodyPr>
          <a:lstStyle/>
          <a:p>
            <a:pPr>
              <a:defRPr sz="16000" cap="all" spc="-639">
                <a:latin typeface="+mj-lt"/>
                <a:ea typeface="+mj-ea"/>
                <a:cs typeface="+mj-cs"/>
                <a:sym typeface="DIN Offc Pro Black"/>
              </a:defRPr>
            </a:pPr>
            <a:endParaRPr sz="7998">
              <a:ln>
                <a:noFill/>
              </a:ln>
              <a:solidFill>
                <a:srgbClr val="000000"/>
              </a:solidFill>
            </a:endParaRP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9FF4709B-BCA9-FD40-AEB0-25731B864764}"/>
              </a:ext>
            </a:extLst>
          </p:cNvPr>
          <p:cNvSpPr txBox="1"/>
          <p:nvPr userDrawn="1"/>
        </p:nvSpPr>
        <p:spPr>
          <a:xfrm>
            <a:off x="6714934" y="2582756"/>
            <a:ext cx="5217899" cy="210625"/>
          </a:xfrm>
          <a:prstGeom prst="rect">
            <a:avLst/>
          </a:prstGeom>
          <a:ln w="12700">
            <a:miter lim="400000"/>
          </a:ln>
        </p:spPr>
        <p:txBody>
          <a:bodyPr lIns="35714" tIns="35714" rIns="35714" bIns="35714">
            <a:spAutoFit/>
          </a:bodyPr>
          <a:lstStyle/>
          <a:p>
            <a:endParaRPr sz="900">
              <a:ln>
                <a:noFill/>
              </a:ln>
              <a:solidFill>
                <a:srgbClr val="000000"/>
              </a:solidFill>
            </a:endParaRP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0BE8AE07-D521-C44D-B6EF-CCEBF520E95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91134" y="2638492"/>
            <a:ext cx="5214383" cy="3195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aseline="0">
                <a:latin typeface="DIN Offc Pro Light" panose="020B050402010101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92CCADF-A122-0C47-A36E-774C0C3F6A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30500" y="1377385"/>
            <a:ext cx="9274969" cy="10342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7998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74305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hoto Stripe Cov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" descr="Image">
            <a:extLst>
              <a:ext uri="{FF2B5EF4-FFF2-40B4-BE49-F238E27FC236}">
                <a16:creationId xmlns:a16="http://schemas.microsoft.com/office/drawing/2014/main" id="{B0A7B5F7-F26A-D54F-81B0-67B5BE3318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67796" y="1196"/>
            <a:ext cx="2892441" cy="6857186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Text">
            <a:extLst>
              <a:ext uri="{FF2B5EF4-FFF2-40B4-BE49-F238E27FC236}">
                <a16:creationId xmlns:a16="http://schemas.microsoft.com/office/drawing/2014/main" id="{8BBEFEAC-912D-B544-8AE4-92CD58060173}"/>
              </a:ext>
            </a:extLst>
          </p:cNvPr>
          <p:cNvSpPr txBox="1"/>
          <p:nvPr userDrawn="1"/>
        </p:nvSpPr>
        <p:spPr>
          <a:xfrm>
            <a:off x="2654301" y="1330512"/>
            <a:ext cx="9275016" cy="1302912"/>
          </a:xfrm>
          <a:prstGeom prst="rect">
            <a:avLst/>
          </a:prstGeom>
          <a:ln w="12700">
            <a:miter lim="400000"/>
          </a:ln>
        </p:spPr>
        <p:txBody>
          <a:bodyPr lIns="35714" tIns="35714" rIns="35714" bIns="35714">
            <a:spAutoFit/>
          </a:bodyPr>
          <a:lstStyle/>
          <a:p>
            <a:pPr>
              <a:defRPr sz="16000" cap="all" spc="-639">
                <a:latin typeface="+mj-lt"/>
                <a:ea typeface="+mj-ea"/>
                <a:cs typeface="+mj-cs"/>
                <a:sym typeface="DIN Offc Pro Black"/>
              </a:defRPr>
            </a:pPr>
            <a:endParaRPr sz="7998">
              <a:ln>
                <a:noFill/>
              </a:ln>
              <a:solidFill>
                <a:srgbClr val="000000"/>
              </a:solidFill>
            </a:endParaRP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9FF4709B-BCA9-FD40-AEB0-25731B864764}"/>
              </a:ext>
            </a:extLst>
          </p:cNvPr>
          <p:cNvSpPr txBox="1"/>
          <p:nvPr userDrawn="1"/>
        </p:nvSpPr>
        <p:spPr>
          <a:xfrm>
            <a:off x="6714934" y="2582756"/>
            <a:ext cx="5217899" cy="210625"/>
          </a:xfrm>
          <a:prstGeom prst="rect">
            <a:avLst/>
          </a:prstGeom>
          <a:ln w="12700">
            <a:miter lim="400000"/>
          </a:ln>
        </p:spPr>
        <p:txBody>
          <a:bodyPr lIns="35714" tIns="35714" rIns="35714" bIns="35714">
            <a:spAutoFit/>
          </a:bodyPr>
          <a:lstStyle/>
          <a:p>
            <a:endParaRPr sz="900">
              <a:ln>
                <a:noFill/>
              </a:ln>
              <a:solidFill>
                <a:srgbClr val="000000"/>
              </a:solidFill>
            </a:endParaRP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0BE8AE07-D521-C44D-B6EF-CCEBF520E95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91134" y="2638492"/>
            <a:ext cx="5214383" cy="3195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aseline="0">
                <a:latin typeface="DIN Offc Pro Light" panose="020B050402010101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92CCADF-A122-0C47-A36E-774C0C3F6A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30500" y="1377385"/>
            <a:ext cx="9274969" cy="10342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7998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9979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hoto Stripe Cov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">
            <a:extLst>
              <a:ext uri="{FF2B5EF4-FFF2-40B4-BE49-F238E27FC236}">
                <a16:creationId xmlns:a16="http://schemas.microsoft.com/office/drawing/2014/main" id="{B6E3132A-7890-914E-BCC3-C6A75FB9F85A}"/>
              </a:ext>
            </a:extLst>
          </p:cNvPr>
          <p:cNvSpPr txBox="1"/>
          <p:nvPr userDrawn="1"/>
        </p:nvSpPr>
        <p:spPr>
          <a:xfrm>
            <a:off x="965200" y="3913575"/>
            <a:ext cx="10375253" cy="1302912"/>
          </a:xfrm>
          <a:prstGeom prst="rect">
            <a:avLst/>
          </a:prstGeom>
          <a:ln w="12700">
            <a:miter lim="400000"/>
          </a:ln>
        </p:spPr>
        <p:txBody>
          <a:bodyPr lIns="35714" tIns="35714" rIns="35714" bIns="35714">
            <a:spAutoFit/>
          </a:bodyPr>
          <a:lstStyle/>
          <a:p>
            <a:pPr>
              <a:defRPr sz="16000" cap="all" spc="-639">
                <a:latin typeface="+mj-lt"/>
                <a:ea typeface="+mj-ea"/>
                <a:cs typeface="+mj-cs"/>
                <a:sym typeface="DIN Offc Pro Black"/>
              </a:defRPr>
            </a:pPr>
            <a:endParaRPr sz="7998"/>
          </a:p>
        </p:txBody>
      </p:sp>
      <p:pic>
        <p:nvPicPr>
          <p:cNvPr id="18" name="Image" descr="Image">
            <a:extLst>
              <a:ext uri="{FF2B5EF4-FFF2-40B4-BE49-F238E27FC236}">
                <a16:creationId xmlns:a16="http://schemas.microsoft.com/office/drawing/2014/main" id="{A3F47A1F-C635-A743-8FCF-92D96D26ED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61294" b="5339"/>
          <a:stretch>
            <a:fillRect/>
          </a:stretch>
        </p:blipFill>
        <p:spPr>
          <a:xfrm>
            <a:off x="0" y="905380"/>
            <a:ext cx="1094105" cy="2966244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AD10D248-7B7B-C04C-B56D-7AAA7EB0CA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71003" y="5381692"/>
            <a:ext cx="5214383" cy="3195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aseline="0">
                <a:latin typeface="DIN Offc Pro Light" panose="020B050402010101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F07342-3089-EB48-8039-3EC5216BA1B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073945" y="905380"/>
            <a:ext cx="11118055" cy="296624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  <a:effectLst/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8C7833B-B1AE-5042-BEB4-73444B39A4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5200" y="4120585"/>
            <a:ext cx="9274969" cy="10342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7998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54431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"/>
          <p:cNvSpPr/>
          <p:nvPr/>
        </p:nvSpPr>
        <p:spPr>
          <a:xfrm>
            <a:off x="11312313" y="-15681"/>
            <a:ext cx="882772" cy="6889361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54" name="Rectangle"/>
          <p:cNvSpPr/>
          <p:nvPr/>
        </p:nvSpPr>
        <p:spPr>
          <a:xfrm>
            <a:off x="11223874" y="-15681"/>
            <a:ext cx="126077" cy="6889361"/>
          </a:xfrm>
          <a:prstGeom prst="rect">
            <a:avLst/>
          </a:prstGeom>
          <a:solidFill>
            <a:srgbClr val="C3D500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55" name="Rectangle"/>
          <p:cNvSpPr/>
          <p:nvPr/>
        </p:nvSpPr>
        <p:spPr>
          <a:xfrm>
            <a:off x="10820758" y="-15681"/>
            <a:ext cx="410716" cy="6889361"/>
          </a:xfrm>
          <a:prstGeom prst="rect">
            <a:avLst/>
          </a:prstGeom>
          <a:solidFill>
            <a:srgbClr val="FFDB00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56" name="Rectangle"/>
          <p:cNvSpPr/>
          <p:nvPr/>
        </p:nvSpPr>
        <p:spPr>
          <a:xfrm>
            <a:off x="10820759" y="-15681"/>
            <a:ext cx="62841" cy="6889361"/>
          </a:xfrm>
          <a:prstGeom prst="rect">
            <a:avLst/>
          </a:prstGeom>
          <a:solidFill>
            <a:srgbClr val="EB0028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57" name="Rectangle"/>
          <p:cNvSpPr/>
          <p:nvPr/>
        </p:nvSpPr>
        <p:spPr>
          <a:xfrm>
            <a:off x="-7636" y="-15681"/>
            <a:ext cx="372902" cy="6889361"/>
          </a:xfrm>
          <a:prstGeom prst="rect">
            <a:avLst/>
          </a:prstGeom>
          <a:solidFill>
            <a:srgbClr val="FF6A00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63601" y="6578864"/>
            <a:ext cx="567494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solidFill>
                  <a:srgbClr val="FFFFFF"/>
                </a:solidFill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6D103-989C-514E-98C6-77FE826F2A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706" y="2057491"/>
            <a:ext cx="7030244" cy="42939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500" baseline="0"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82EC45F3-3842-6247-8FE1-FA361E30169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83706" y="2953168"/>
            <a:ext cx="7030244" cy="42939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500" baseline="0"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6DBF0E3-D72B-604A-BA37-4BB6EA2A86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83706" y="3838164"/>
            <a:ext cx="7030244" cy="42939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500" baseline="0"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C809742-AE89-314E-8FE4-6E95FCD1588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83706" y="4672160"/>
            <a:ext cx="7030244" cy="42939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500" baseline="0"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3A2B0769-C57A-2742-A1F5-E42C106FC21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3706" y="5550465"/>
            <a:ext cx="7030244" cy="42939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500" baseline="0"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FACD93-37BA-D14D-8CA6-E496D86111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99344" y="512623"/>
            <a:ext cx="8914606" cy="8938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5999" b="1" i="0" baseline="0">
                <a:ln w="12700">
                  <a:solidFill>
                    <a:srgbClr val="000000"/>
                  </a:solidFill>
                </a:ln>
                <a:solidFill>
                  <a:schemeClr val="bg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95522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"/>
          <p:cNvSpPr/>
          <p:nvPr/>
        </p:nvSpPr>
        <p:spPr>
          <a:xfrm>
            <a:off x="11367677" y="-15681"/>
            <a:ext cx="830914" cy="6889361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78" name="Rectangle"/>
          <p:cNvSpPr/>
          <p:nvPr/>
        </p:nvSpPr>
        <p:spPr>
          <a:xfrm>
            <a:off x="11293724" y="-15681"/>
            <a:ext cx="126077" cy="6889361"/>
          </a:xfrm>
          <a:prstGeom prst="rect">
            <a:avLst/>
          </a:prstGeom>
          <a:solidFill>
            <a:srgbClr val="C3D500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79" name="Rectangle"/>
          <p:cNvSpPr/>
          <p:nvPr/>
        </p:nvSpPr>
        <p:spPr>
          <a:xfrm>
            <a:off x="515078" y="-15681"/>
            <a:ext cx="366958" cy="6889361"/>
          </a:xfrm>
          <a:prstGeom prst="rect">
            <a:avLst/>
          </a:prstGeom>
          <a:solidFill>
            <a:srgbClr val="FFDB00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80" name="Rectangle"/>
          <p:cNvSpPr/>
          <p:nvPr/>
        </p:nvSpPr>
        <p:spPr>
          <a:xfrm>
            <a:off x="476589" y="-15681"/>
            <a:ext cx="81031" cy="6889361"/>
          </a:xfrm>
          <a:prstGeom prst="rect">
            <a:avLst/>
          </a:prstGeom>
          <a:solidFill>
            <a:srgbClr val="EB0028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81" name="Rectangle"/>
          <p:cNvSpPr/>
          <p:nvPr/>
        </p:nvSpPr>
        <p:spPr>
          <a:xfrm>
            <a:off x="-7636" y="-15681"/>
            <a:ext cx="490443" cy="6889361"/>
          </a:xfrm>
          <a:prstGeom prst="rect">
            <a:avLst/>
          </a:prstGeom>
          <a:solidFill>
            <a:srgbClr val="FF6A00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63601" y="6578864"/>
            <a:ext cx="567494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solidFill>
                  <a:srgbClr val="FFFFFF"/>
                </a:solidFill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089513AB-5FE1-944A-A28C-DEFCB1CC806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95864" y="4699987"/>
            <a:ext cx="7757671" cy="319556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 sz="1500" baseline="0">
                <a:latin typeface="DIN Condensed" pitchFamily="2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4EDC202-B106-0048-BA76-D625304DEF1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7001" y="1783226"/>
            <a:ext cx="9274969" cy="10342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5949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24708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Photo Stripe Divid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06452" y="6573916"/>
            <a:ext cx="624347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97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3801" y="-8379"/>
            <a:ext cx="804733" cy="6874758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3CDC9E0-F4A7-4D47-97E0-C267B9A36E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55188" y="2756749"/>
            <a:ext cx="7375610" cy="8938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5999" b="1" i="0" baseline="0">
                <a:ln w="12700">
                  <a:solidFill>
                    <a:srgbClr val="000000"/>
                  </a:solidFill>
                </a:ln>
                <a:solidFill>
                  <a:schemeClr val="bg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C0E5D69-5270-784E-8BA2-48CE8743CB1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55189" y="3782282"/>
            <a:ext cx="5214383" cy="3195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aseline="0">
                <a:latin typeface="DIN Offc Pro Light" panose="020B050402010101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4061B8-9771-614A-A31B-C0FFB8EFEC3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0" y="1"/>
            <a:ext cx="3613944" cy="6866732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</p:spTree>
    <p:extLst>
      <p:ext uri="{BB962C8B-B14F-4D97-AF65-F5344CB8AC3E}">
        <p14:creationId xmlns:p14="http://schemas.microsoft.com/office/powerpoint/2010/main" val="1458293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tripe Divid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108" name="Image" descr="Image"/>
          <p:cNvPicPr>
            <a:picLocks noChangeAspect="1"/>
          </p:cNvPicPr>
          <p:nvPr/>
        </p:nvPicPr>
        <p:blipFill>
          <a:blip r:embed="rId3"/>
          <a:srcRect r="26226"/>
          <a:stretch>
            <a:fillRect/>
          </a:stretch>
        </p:blipFill>
        <p:spPr>
          <a:xfrm>
            <a:off x="-5511" y="0"/>
            <a:ext cx="1320043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DE06BCD-E12F-9841-94CC-B2C6C0B3F1F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15623" y="2756749"/>
            <a:ext cx="8914606" cy="8938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5999" b="1" i="0" baseline="0">
                <a:ln w="12700">
                  <a:solidFill>
                    <a:srgbClr val="000000"/>
                  </a:solidFill>
                </a:ln>
                <a:solidFill>
                  <a:schemeClr val="bg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4F25BC9-C649-8E44-BFED-5DB986EE7D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15623" y="3782282"/>
            <a:ext cx="5214383" cy="3195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aseline="0">
                <a:latin typeface="DIN Offc Pro Light" panose="020B050402010101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941718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ull Photo Stripe 1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98DBD2A4-9AFB-0F4D-B4C5-A048AAE8CB7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314532" y="1"/>
            <a:ext cx="10877468" cy="68667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pic>
        <p:nvPicPr>
          <p:cNvPr id="11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" name="Image" descr="Image"/>
          <p:cNvPicPr>
            <a:picLocks noChangeAspect="1"/>
          </p:cNvPicPr>
          <p:nvPr/>
        </p:nvPicPr>
        <p:blipFill>
          <a:blip r:embed="rId4"/>
          <a:srcRect r="26226"/>
          <a:stretch>
            <a:fillRect/>
          </a:stretch>
        </p:blipFill>
        <p:spPr>
          <a:xfrm>
            <a:off x="-5511" y="0"/>
            <a:ext cx="1320043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400FC5E2-5CB5-2D4B-9277-D1C55158F3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15623" y="1375260"/>
            <a:ext cx="8914606" cy="893819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5999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D2A2496-0661-6345-BD91-C25F9939DEF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15623" y="2460952"/>
            <a:ext cx="5214383" cy="3195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aseline="0">
                <a:latin typeface="DIN Offc Pro Light" panose="020B050402010101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CA68A86D-745F-3B4F-9C61-215F75FD61C3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7360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ull Photo Stripe 2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205B021C-0057-9E40-853E-A0FA6F209E6E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67630" y="1"/>
            <a:ext cx="11924370" cy="68667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pic>
        <p:nvPicPr>
          <p:cNvPr id="12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95C9DF2-2895-5440-9144-001E5632285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03916" y="1375260"/>
            <a:ext cx="8914606" cy="893819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5999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324FC6A-04E5-F84E-A7E6-D0CEC16E962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3916" y="2460952"/>
            <a:ext cx="5214383" cy="3195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aseline="0">
                <a:latin typeface="DIN Offc Pro Light" panose="020B050402010101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EDCEC7D4-AEFF-5F43-A7E5-91EFD4BDFF8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94503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F6240F61-F4E7-8746-90E3-2C1A782624E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0" y="1"/>
            <a:ext cx="12192000" cy="68667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pic>
        <p:nvPicPr>
          <p:cNvPr id="140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68667F7-5CB5-A04F-8CD8-393A6DAB666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03916" y="1375260"/>
            <a:ext cx="8914606" cy="893819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5999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DB29769-E98B-EC4B-BA5C-C99D4C226FD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3916" y="2460952"/>
            <a:ext cx="5214383" cy="3195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aseline="0">
                <a:latin typeface="DIN Offc Pro Light" panose="020B050402010101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4CCEA6C8-3FB3-E74C-A4B9-9A9D5EA55F0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40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B7B0361F-03AB-1442-8CAF-717D4606B4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4763B0D-6737-0A4D-90A7-65AE5D9CA8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62028" y="2227843"/>
            <a:ext cx="8914606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50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F5874A8-9866-DF4A-8B26-028B459A09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62028" y="2757956"/>
            <a:ext cx="8914606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5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F276B562-44F4-CA42-80B0-DDCD6D7DD35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762028" y="3390694"/>
            <a:ext cx="8914606" cy="293689"/>
          </a:xfrm>
          <a:prstGeom prst="rect">
            <a:avLst/>
          </a:prstGeom>
        </p:spPr>
        <p:txBody>
          <a:bodyPr/>
          <a:lstStyle>
            <a:lvl1pPr marL="171416" indent="-171416">
              <a:buFont typeface="Arial" panose="020B0604020202020204" pitchFamily="34" charset="0"/>
              <a:buChar char="•"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755CD701-7FC1-CF40-BA5C-3FB80F8089A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62028" y="4730839"/>
            <a:ext cx="8914606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50" baseline="0">
                <a:latin typeface="DIN Condensed" pitchFamily="2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3EA25149-56E9-DE44-B65D-354D839BB42E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7DE028B4-5BD6-C642-9772-F90BE0D020E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2048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De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D1C16026-EDC4-3140-A4D4-2810D2C84EB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556664" y="1163782"/>
            <a:ext cx="4488873" cy="5889987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C87E7413-472C-F64C-A7D8-126268EC3E0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239093" y="1577058"/>
            <a:ext cx="2162744" cy="4487578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DB4610A8-F35F-BB42-93D8-4B8EE484C2BD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92F9FCDE-B0D0-6848-9F72-653335D1873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6F65135-2D5A-174E-9FFC-B0B6907854B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86621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B6B0B190-200A-884E-BF84-A085A3CFD083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93854" y="3555989"/>
            <a:ext cx="11898146" cy="2922398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pic>
        <p:nvPicPr>
          <p:cNvPr id="17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7BD1E9D0-ED24-C74B-86A1-7E2A5A0BE9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9815" y="1601160"/>
            <a:ext cx="3192228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50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0449A52-DD46-9941-B7C3-FE8E21928E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9815" y="1890660"/>
            <a:ext cx="3192228" cy="2324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5E5C8AEC-BB80-AC40-B9D9-159777D8747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04209" y="1605347"/>
            <a:ext cx="3192228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50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E116B83A-8104-F748-B737-1180F495E9B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04209" y="1894848"/>
            <a:ext cx="3192228" cy="2324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6426BEF5-DF35-AD4C-B933-2867215153D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785163" y="1605347"/>
            <a:ext cx="3192228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50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CC6B4303-2BE1-B34B-86DB-4CF0DB14F76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785163" y="1894848"/>
            <a:ext cx="3192228" cy="2324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4" name="Rectangle">
            <a:extLst>
              <a:ext uri="{FF2B5EF4-FFF2-40B4-BE49-F238E27FC236}">
                <a16:creationId xmlns:a16="http://schemas.microsoft.com/office/drawing/2014/main" id="{C9A1C155-6A53-124A-B13C-9EAA12ADEC4E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BFB5039D-A5B0-5741-A10B-555F3458F88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59153478-3FCA-AC4A-AB36-B8B310F312F7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27482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19CD714F-29C6-9E46-8842-DA41B1FABD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9815" y="1599349"/>
            <a:ext cx="2358657" cy="302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50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88BFA84-BB7E-E44D-8194-526D5C5C2C3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9815" y="1890660"/>
            <a:ext cx="2358657" cy="23936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D9E26DB-BA9B-FD4D-A0F4-F8B70D5B9A2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9815" y="3667140"/>
            <a:ext cx="2358657" cy="302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50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78B6310-3052-FA40-9855-ADFF070380C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79815" y="3958451"/>
            <a:ext cx="2358657" cy="23936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5FC05A11-AFCC-1C40-AB7A-77D41D71191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46370" y="1599349"/>
            <a:ext cx="2358657" cy="302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50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31F925D-8E0A-9D41-B6F6-53F9A34ADF8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46370" y="1890660"/>
            <a:ext cx="2358657" cy="23936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CA1B9EDA-2EE8-CC42-AFF7-65F5E362659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46370" y="3667140"/>
            <a:ext cx="2358657" cy="302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50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D9D75F7A-149A-644E-B8E8-5D120AF66C9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446370" y="3958451"/>
            <a:ext cx="2358657" cy="23936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8B07CBD9-AAAA-F24C-AA54-40F292E00CD1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386974" y="189"/>
            <a:ext cx="5344362" cy="6857811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29" name="Rectangle">
            <a:extLst>
              <a:ext uri="{FF2B5EF4-FFF2-40B4-BE49-F238E27FC236}">
                <a16:creationId xmlns:a16="http://schemas.microsoft.com/office/drawing/2014/main" id="{FFAA5314-7DE8-A94B-BC32-2A9207EA270B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470DE29A-1191-0F44-A96D-2B24EAF81A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D51554D4-442E-C24E-8E70-38E2C444CD0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130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01C63DE0-DB3A-C542-B3F3-62C1082AABF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472639" y="1005559"/>
            <a:ext cx="4408616" cy="2703997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3D204C4-AA90-4245-ACD7-018B7996B031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472639" y="3904623"/>
            <a:ext cx="4408616" cy="2703997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8C55004-0B7E-CC40-ADC7-3015466A1945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117375" y="1005559"/>
            <a:ext cx="4408616" cy="2703997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D8FB3EE8-CE93-E041-AC76-7FCAC7218C1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117375" y="3904623"/>
            <a:ext cx="4408616" cy="2703997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20E7EB24-9FCA-934D-8BC1-7FAAF0E13022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B112F64-FE42-1342-8B00-F5EFEDD51C7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D8F2664E-D738-284F-91D2-03D985DE494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88903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A00536EE-B89F-7141-B6C4-E0F36EC07A4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6626" y="1846843"/>
            <a:ext cx="2305375" cy="348617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175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2F042A-5269-A046-9B2C-EC5094981F98}"/>
              </a:ext>
            </a:extLst>
          </p:cNvPr>
          <p:cNvSpPr txBox="1"/>
          <p:nvPr userDrawn="1"/>
        </p:nvSpPr>
        <p:spPr>
          <a:xfrm>
            <a:off x="4062845" y="1220122"/>
            <a:ext cx="72190" cy="3029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5714" tIns="35714" rIns="35714" bIns="35714" numCol="1" spcCol="38100" rtlCol="0" anchor="ctr">
            <a:spAutoFit/>
          </a:bodyPr>
          <a:lstStyle/>
          <a:p>
            <a:pPr marL="0" marR="0" indent="0" algn="l" defTabSz="41068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500" b="0" i="0" u="none" strike="noStrike" cap="none" spc="-45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DIN Offc Pro Light"/>
              <a:ea typeface="DIN Offc Pro Light"/>
              <a:cs typeface="DIN Offc Pro Light"/>
              <a:sym typeface="DIN Offc Pro Light"/>
            </a:endParaRP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DDC09609-CBB2-374E-AEB5-836C947CCA9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40607" y="1846843"/>
            <a:ext cx="2305375" cy="348617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175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8D2A26E-902E-DC4C-8703-33C192E5F30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56544" y="1846843"/>
            <a:ext cx="2305375" cy="348617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175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8D04D67-1A95-C443-9BD4-2C051E40E45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220525" y="1846843"/>
            <a:ext cx="2305375" cy="348617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175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F28A9D26-5423-7D4B-9EAC-A3D4C475739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76626" y="2273250"/>
            <a:ext cx="2305375" cy="2389292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73EB5C62-AD08-1343-98E1-C7973DB3880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640608" y="2273250"/>
            <a:ext cx="2305375" cy="2389292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5B98CC24-BE65-6F40-B79B-CBBEB2926021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466935" y="2273250"/>
            <a:ext cx="2305375" cy="2389292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C6BCBCFE-B109-B247-861E-850A9E89240C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9230917" y="2273250"/>
            <a:ext cx="2305375" cy="2389292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16" name="Rectangle">
            <a:extLst>
              <a:ext uri="{FF2B5EF4-FFF2-40B4-BE49-F238E27FC236}">
                <a16:creationId xmlns:a16="http://schemas.microsoft.com/office/drawing/2014/main" id="{E3A19C22-1134-DB4D-80E6-7B409FB1E8A4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833EED28-0DB5-F04D-A25F-79DB0E4E655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5" name="Slide Number">
            <a:extLst>
              <a:ext uri="{FF2B5EF4-FFF2-40B4-BE49-F238E27FC236}">
                <a16:creationId xmlns:a16="http://schemas.microsoft.com/office/drawing/2014/main" id="{B8152169-3E43-E54F-BF24-ACFB599CC3E0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53215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7CE8C27C-2975-A446-B763-ED1DBD57ED64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968516" y="3730337"/>
            <a:ext cx="4254969" cy="2098961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8EBDA6B2-3287-354D-975C-FA345FA37B1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895534" y="1437858"/>
            <a:ext cx="3866475" cy="4677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999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462BDC69-E1EA-B84E-86C8-D1044FC29E2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920934" y="2353055"/>
            <a:ext cx="3841075" cy="37389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5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4" name="Rectangle">
            <a:extLst>
              <a:ext uri="{FF2B5EF4-FFF2-40B4-BE49-F238E27FC236}">
                <a16:creationId xmlns:a16="http://schemas.microsoft.com/office/drawing/2014/main" id="{D9B30D38-786F-5A44-B0F0-19B03933991E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CF69B979-BBEC-3947-BE3D-5A35976CD7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0728347-A075-1344-A56B-CAF6B6FF46F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66910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E0BBF6B-C449-AF4B-98BC-25330960D6F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895534" y="1437858"/>
            <a:ext cx="3866475" cy="4677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999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3C63B9C-AC2B-4B4F-A72C-A86696A003C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920934" y="2353055"/>
            <a:ext cx="3841075" cy="37389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5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3" name="Rectangle">
            <a:extLst>
              <a:ext uri="{FF2B5EF4-FFF2-40B4-BE49-F238E27FC236}">
                <a16:creationId xmlns:a16="http://schemas.microsoft.com/office/drawing/2014/main" id="{0B9F09D3-4EB5-F84E-941D-22787C526D16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71E599C-C978-4040-A795-F1364126C3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D449BE57-2205-A64D-AECA-01605476B95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46571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D32D4154-1896-204A-944D-221C6639281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98596" y="2262942"/>
            <a:ext cx="2681054" cy="4677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5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64DAE137-0534-E540-9B95-7061AAE985E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23996" y="3097219"/>
            <a:ext cx="2663442" cy="2909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D7A95BA9-AF0F-AF4A-94D0-5303B2220C0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821548" y="2262942"/>
            <a:ext cx="2681054" cy="4677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5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EF1A7303-15B4-EF43-A166-B5F150F3FD3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46947" y="3097219"/>
            <a:ext cx="2663442" cy="2909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B199A879-9A2F-6140-A556-B30EEA89E09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447975" y="2262942"/>
            <a:ext cx="2681054" cy="4677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5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A913AB51-F412-D148-ADE3-CB4D3CF263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473374" y="3097219"/>
            <a:ext cx="2663442" cy="2909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Rectangle">
            <a:extLst>
              <a:ext uri="{FF2B5EF4-FFF2-40B4-BE49-F238E27FC236}">
                <a16:creationId xmlns:a16="http://schemas.microsoft.com/office/drawing/2014/main" id="{96928062-CC6D-0D48-9592-18F7FB589100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590079D-9BE7-0B44-993B-D0351F3A259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3005FCDE-F835-C441-8ED4-FB0AD62A2DB3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11735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6A73E4EC-D5B0-1A46-928B-BB5E173D92A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2682" y="2433178"/>
            <a:ext cx="2062916" cy="40967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25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3715653-FFEB-9F42-848F-55B7D339DB4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04364" y="3113674"/>
            <a:ext cx="2049364" cy="2909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5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F4958BBB-8687-F943-BC99-03BE401E5B5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87054" y="2433178"/>
            <a:ext cx="2062916" cy="40967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25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9A5EC94-1B74-8C41-80C3-F697809D727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778737" y="3113674"/>
            <a:ext cx="2049364" cy="2909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5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431A96C5-C0B0-7940-86B5-30C0D49BA9E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571819" y="2433178"/>
            <a:ext cx="2062916" cy="40967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25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F087A5FE-5513-3546-94FF-96AB30AA5DE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63501" y="3113674"/>
            <a:ext cx="2049364" cy="2909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5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885ACBA9-BEF4-D44C-9E36-16C2E3DF575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366973" y="2433178"/>
            <a:ext cx="2062916" cy="40967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25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2F1AD453-8852-5C40-B0D7-B8B4889AAD8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358656" y="3113674"/>
            <a:ext cx="2049364" cy="2909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5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1" name="Rectangle">
            <a:extLst>
              <a:ext uri="{FF2B5EF4-FFF2-40B4-BE49-F238E27FC236}">
                <a16:creationId xmlns:a16="http://schemas.microsoft.com/office/drawing/2014/main" id="{F24F7E19-8490-B14B-9605-6554BD1EEA29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98BC2852-CD7B-CD47-99E7-07A5B90C988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Slide Number">
            <a:extLst>
              <a:ext uri="{FF2B5EF4-FFF2-40B4-BE49-F238E27FC236}">
                <a16:creationId xmlns:a16="http://schemas.microsoft.com/office/drawing/2014/main" id="{5DEB01FB-82F6-6247-A480-D509847FEFC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7863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046954CD-A7BC-B143-98B2-F02B9999741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64804" y="2433178"/>
            <a:ext cx="1616731" cy="33339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9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3E227D3-B8CC-814A-BC1B-43D0E17647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56487" y="3003315"/>
            <a:ext cx="1606110" cy="2909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832746B-7DAC-8143-AA0D-3B0189DBBCE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098849" y="2433178"/>
            <a:ext cx="1616731" cy="33339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9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0E1DBE8D-AEEB-F646-AB56-CCB68A874E7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090532" y="3003315"/>
            <a:ext cx="1606110" cy="2909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8EFC0E47-595B-C548-B592-BB88D25E05A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312113" y="2433178"/>
            <a:ext cx="1616731" cy="33339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9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79F6C1EA-D5D8-4B47-9B28-619C668BAD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303796" y="3003315"/>
            <a:ext cx="1606110" cy="2909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2F642305-729A-DB40-B346-29E42845B53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611580" y="2433178"/>
            <a:ext cx="1616731" cy="33339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9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F566EC2A-1879-4644-A6F8-B1A22ED8F8F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03263" y="3003315"/>
            <a:ext cx="1606110" cy="2909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5BF805DD-79AC-4041-BC9B-8CF78F3E290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907971" y="2433178"/>
            <a:ext cx="1616731" cy="33339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9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4B565A15-5351-D54E-88FA-8EC5150CB29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899654" y="3003315"/>
            <a:ext cx="1606110" cy="2909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7" name="Rectangle">
            <a:extLst>
              <a:ext uri="{FF2B5EF4-FFF2-40B4-BE49-F238E27FC236}">
                <a16:creationId xmlns:a16="http://schemas.microsoft.com/office/drawing/2014/main" id="{8A26AF5A-40A4-C443-8CC4-1B6F0F7E4FE2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64568F2-73BB-8F48-9976-CF2F4149CF8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Slide Number">
            <a:extLst>
              <a:ext uri="{FF2B5EF4-FFF2-40B4-BE49-F238E27FC236}">
                <a16:creationId xmlns:a16="http://schemas.microsoft.com/office/drawing/2014/main" id="{1DCF3363-D51F-C249-A9CC-EA85B3AA8E6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2800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1E6EA68C-7E3C-364F-9A76-904E580EF26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98456" y="2619550"/>
            <a:ext cx="3866475" cy="4677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999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51A5002-0447-BC4A-BB00-ECFA5433957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923856" y="3342028"/>
            <a:ext cx="3841075" cy="49764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5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361C757E-79C5-244E-98F4-7AC5C5BFC1F6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878B44B-F45C-E440-85EC-CB981D15FF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F4DA7FB2-9270-5947-A74A-43CD925DF3B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69516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Rectangle">
            <a:extLst>
              <a:ext uri="{FF2B5EF4-FFF2-40B4-BE49-F238E27FC236}">
                <a16:creationId xmlns:a16="http://schemas.microsoft.com/office/drawing/2014/main" id="{343C9389-A070-A344-83E0-FDCBE197E093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25E93F80-505F-3346-AE24-3E20B4A5B95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602734" y="2317438"/>
            <a:ext cx="2721689" cy="40341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749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6D270EDD-2380-AC40-AAAA-AA1069E90D5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28134" y="3003530"/>
            <a:ext cx="2703809" cy="42916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C79AB420-92C2-214E-AE5F-D7E13D175CA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621950" y="2317438"/>
            <a:ext cx="2721689" cy="40341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749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31461A46-2DE3-4946-B050-D6EE37B138C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647350" y="3003530"/>
            <a:ext cx="2703809" cy="42916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A350036B-AC01-7E49-9527-72B1A28631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Slide Number">
            <a:extLst>
              <a:ext uri="{FF2B5EF4-FFF2-40B4-BE49-F238E27FC236}">
                <a16:creationId xmlns:a16="http://schemas.microsoft.com/office/drawing/2014/main" id="{6B1D22DC-6DF8-2B4C-A272-FF92AF5C4F4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88002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Rectangle">
            <a:extLst>
              <a:ext uri="{FF2B5EF4-FFF2-40B4-BE49-F238E27FC236}">
                <a16:creationId xmlns:a16="http://schemas.microsoft.com/office/drawing/2014/main" id="{537B25BA-F612-834A-9164-87391C3D3D64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E8BBE7D3-1143-9F4A-90E7-D458F09D508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99158" y="2308107"/>
            <a:ext cx="2520016" cy="3048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250" b="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41578432-1B87-D24B-B274-38C2262FF73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24557" y="2839618"/>
            <a:ext cx="2494617" cy="2234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09997F23-7F72-C84E-8275-628E6C59311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349575" y="2308107"/>
            <a:ext cx="2520016" cy="3048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25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F6ACAD2A-5379-5C42-8AE2-C8B0E7C4A2A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374975" y="2839618"/>
            <a:ext cx="2494617" cy="2234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FC807B2-CAFC-7B42-BA97-E3892632AD2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127981" y="2308107"/>
            <a:ext cx="2520016" cy="3048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25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40A64638-2B64-6049-A88F-B3AE31D7249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53381" y="2839618"/>
            <a:ext cx="2494617" cy="2234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029A61E8-FD77-444C-8E16-2BA3BF6234C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6" name="Slide Number">
            <a:extLst>
              <a:ext uri="{FF2B5EF4-FFF2-40B4-BE49-F238E27FC236}">
                <a16:creationId xmlns:a16="http://schemas.microsoft.com/office/drawing/2014/main" id="{2EADBB37-C6FE-E94A-89B0-11D3B187A26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49891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Rectangle">
            <a:extLst>
              <a:ext uri="{FF2B5EF4-FFF2-40B4-BE49-F238E27FC236}">
                <a16:creationId xmlns:a16="http://schemas.microsoft.com/office/drawing/2014/main" id="{215ACE41-0D6B-5E40-8FFA-8FD74DCF2FAC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EB3ADADE-2C05-0E42-9873-7D5AC26A0D4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399183" y="2322399"/>
            <a:ext cx="1704560" cy="34954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="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EBCA35BC-CED5-8F46-8E0F-740F468B732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424583" y="2683011"/>
            <a:ext cx="1687379" cy="25613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3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94C32529-AF9C-CC48-92DB-38808A20E6D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198002" y="2322399"/>
            <a:ext cx="1704560" cy="34954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="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1FDA7572-9770-8A4F-A264-E877023730A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223402" y="2683011"/>
            <a:ext cx="1687379" cy="25613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3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3D202455-9846-5841-8E9D-F8FAA5BEDE3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78163" y="2322399"/>
            <a:ext cx="1704560" cy="34954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="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467EB219-C820-894F-A245-71B3FC049E9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003563" y="2683011"/>
            <a:ext cx="1687379" cy="25613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3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E08CE1B1-D7CC-F545-8A3C-F1FE09825FA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721006" y="2322399"/>
            <a:ext cx="1704560" cy="34954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="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FC8F6569-7757-EE46-91F5-11F52EF6188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746406" y="2683011"/>
            <a:ext cx="1687379" cy="25613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3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B3104182-04B1-D74B-B4F7-4EA61A16785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0" name="Slide Number">
            <a:extLst>
              <a:ext uri="{FF2B5EF4-FFF2-40B4-BE49-F238E27FC236}">
                <a16:creationId xmlns:a16="http://schemas.microsoft.com/office/drawing/2014/main" id="{13775A3D-80A7-024D-B98A-0686E3A21110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81649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Rectangle">
            <a:extLst>
              <a:ext uri="{FF2B5EF4-FFF2-40B4-BE49-F238E27FC236}">
                <a16:creationId xmlns:a16="http://schemas.microsoft.com/office/drawing/2014/main" id="{5F2C6C2E-9FA7-AD4B-8DFF-8F6A6AF20E3C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7254128-8A12-CD4B-91A8-B26E7C1F70F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87517" y="3393997"/>
            <a:ext cx="1504150" cy="24915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="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8C36DFA4-27DA-4C4F-971F-A539B1A913C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12917" y="3754609"/>
            <a:ext cx="1488990" cy="2120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F8554F61-708C-2943-A8B0-DE537410194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426572" y="3393997"/>
            <a:ext cx="1504150" cy="24915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="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9C0F6520-8574-364D-A8F4-C9041D6A316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451972" y="3754609"/>
            <a:ext cx="1488990" cy="2120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2D6D563C-D55A-8B4C-BB22-9B0D66246F8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74957" y="3393997"/>
            <a:ext cx="1504150" cy="24915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="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F952509D-2EB9-2C4F-83A7-FD1C31FD2AA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700357" y="3754609"/>
            <a:ext cx="1488990" cy="2120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3584EF4E-63B3-F34D-B884-18E309E4EC2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895354" y="3393997"/>
            <a:ext cx="1504150" cy="24915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="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6" name="Text Placeholder 5">
            <a:extLst>
              <a:ext uri="{FF2B5EF4-FFF2-40B4-BE49-F238E27FC236}">
                <a16:creationId xmlns:a16="http://schemas.microsoft.com/office/drawing/2014/main" id="{504BCA8B-7875-B149-B3F9-011298E0B65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20753" y="3754609"/>
            <a:ext cx="1488990" cy="2120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50" name="Text Placeholder 5">
            <a:extLst>
              <a:ext uri="{FF2B5EF4-FFF2-40B4-BE49-F238E27FC236}">
                <a16:creationId xmlns:a16="http://schemas.microsoft.com/office/drawing/2014/main" id="{6EE2AE9E-6AB9-1B41-8BF7-501A2E93E1A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0106421" y="3393997"/>
            <a:ext cx="1504150" cy="24915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="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4D656BAD-FF74-C649-B0F3-5120C7F0559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131820" y="3754609"/>
            <a:ext cx="1488990" cy="2120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7CEE89B6-357B-194C-ACF8-1046A5D42D9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54" name="Slide Number">
            <a:extLst>
              <a:ext uri="{FF2B5EF4-FFF2-40B4-BE49-F238E27FC236}">
                <a16:creationId xmlns:a16="http://schemas.microsoft.com/office/drawing/2014/main" id="{00F14F05-C576-AD44-9C13-CAF21B7022E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92946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507" name="Text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408974" y="2579391"/>
            <a:ext cx="3925001" cy="40075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marR="0" indent="0" algn="l" defTabSz="91421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>
                <a:solidFill>
                  <a:srgbClr val="FFFFFF"/>
                </a:solidFill>
                <a:latin typeface="DIN Offc Pro"/>
                <a:cs typeface="DIN Offc Pro"/>
                <a:sym typeface="DIN Offc Pro"/>
              </a:defRPr>
            </a:lvl1pPr>
          </a:lstStyle>
          <a:p>
            <a:pPr marL="0" marR="0" lvl="0" indent="0" algn="l" defTabSz="91421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200">
                <a:solidFill>
                  <a:srgbClr val="FFFFFF"/>
                </a:solidFill>
                <a:latin typeface="DIN Offc Pro"/>
                <a:ea typeface="DIN Offc Pro"/>
                <a:cs typeface="DIN Offc Pro"/>
                <a:sym typeface="DIN Offc Pro"/>
              </a:defRPr>
            </a:pPr>
            <a:r>
              <a:rPr lang="en-US"/>
              <a:t>Text</a:t>
            </a:r>
          </a:p>
        </p:txBody>
      </p:sp>
      <p:sp>
        <p:nvSpPr>
          <p:cNvPr id="30" name="Rectangle">
            <a:extLst>
              <a:ext uri="{FF2B5EF4-FFF2-40B4-BE49-F238E27FC236}">
                <a16:creationId xmlns:a16="http://schemas.microsoft.com/office/drawing/2014/main" id="{D51A4DA3-0E74-2043-AC94-73B106D182A6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FE74DD64-F61E-6D46-B03F-87913374AB9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403229" y="2302429"/>
            <a:ext cx="2471584" cy="5539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499" b="0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180FFF91-6C34-834C-88E8-9E5ACB42FE5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403229" y="2990459"/>
            <a:ext cx="2471584" cy="293689"/>
          </a:xfrm>
          <a:prstGeom prst="rect">
            <a:avLst/>
          </a:prstGeom>
        </p:spPr>
        <p:txBody>
          <a:bodyPr/>
          <a:lstStyle>
            <a:lvl1pPr marL="171416" indent="-171416">
              <a:buFont typeface="Arial" panose="020B0604020202020204" pitchFamily="34" charset="0"/>
              <a:buChar char="•"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17F0A7E-D6A5-7F4A-A6EC-576A370C364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720180" y="2258214"/>
            <a:ext cx="1639886" cy="5539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499" b="0" baseline="0">
                <a:solidFill>
                  <a:schemeClr val="bg1"/>
                </a:solidFill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DC251093-F616-A44E-A133-59FF67B17A3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692971" y="3240249"/>
            <a:ext cx="1639886" cy="5539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499" b="0" baseline="0">
                <a:solidFill>
                  <a:schemeClr val="bg1"/>
                </a:solidFill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46F67D6B-AED5-6C40-8BAB-5D29950AE1D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668605" y="4197103"/>
            <a:ext cx="1639886" cy="5539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499" b="0" baseline="0">
                <a:solidFill>
                  <a:schemeClr val="bg1"/>
                </a:solidFill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EF20AA33-B0C2-B142-AA1C-4A9485F214A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415901" y="2203903"/>
            <a:ext cx="3925002" cy="365754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bg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3" name="Text">
            <a:extLst>
              <a:ext uri="{FF2B5EF4-FFF2-40B4-BE49-F238E27FC236}">
                <a16:creationId xmlns:a16="http://schemas.microsoft.com/office/drawing/2014/main" id="{E6902DA5-656E-A041-8F82-29FBAE987294}"/>
              </a:ext>
            </a:extLst>
          </p:cNvPr>
          <p:cNvSpPr txBox="1">
            <a:spLocks noGrp="1"/>
          </p:cNvSpPr>
          <p:nvPr>
            <p:ph type="body" sz="quarter" idx="42" hasCustomPrompt="1"/>
          </p:nvPr>
        </p:nvSpPr>
        <p:spPr>
          <a:xfrm>
            <a:off x="1402045" y="3603304"/>
            <a:ext cx="3925001" cy="40075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marR="0" indent="0" algn="l" defTabSz="91421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>
                <a:solidFill>
                  <a:srgbClr val="FFFFFF"/>
                </a:solidFill>
                <a:latin typeface="DIN Offc Pro"/>
                <a:cs typeface="DIN Offc Pro"/>
                <a:sym typeface="DIN Offc Pro"/>
              </a:defRPr>
            </a:lvl1pPr>
          </a:lstStyle>
          <a:p>
            <a:pPr marL="0" marR="0" lvl="0" indent="0" algn="l" defTabSz="91421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200">
                <a:solidFill>
                  <a:srgbClr val="FFFFFF"/>
                </a:solidFill>
                <a:latin typeface="DIN Offc Pro"/>
                <a:ea typeface="DIN Offc Pro"/>
                <a:cs typeface="DIN Offc Pro"/>
                <a:sym typeface="DIN Offc Pro"/>
              </a:defRPr>
            </a:pPr>
            <a:r>
              <a:rPr lang="en-US"/>
              <a:t>Text</a:t>
            </a: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557BAEC0-2FFC-3A41-8B3C-F2545B10545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408973" y="3227816"/>
            <a:ext cx="3925002" cy="365754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bg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Text">
            <a:extLst>
              <a:ext uri="{FF2B5EF4-FFF2-40B4-BE49-F238E27FC236}">
                <a16:creationId xmlns:a16="http://schemas.microsoft.com/office/drawing/2014/main" id="{6AAD6132-6242-6547-A8F3-80F26DCF4570}"/>
              </a:ext>
            </a:extLst>
          </p:cNvPr>
          <p:cNvSpPr txBox="1">
            <a:spLocks noGrp="1"/>
          </p:cNvSpPr>
          <p:nvPr>
            <p:ph type="body" sz="quarter" idx="44" hasCustomPrompt="1"/>
          </p:nvPr>
        </p:nvSpPr>
        <p:spPr>
          <a:xfrm>
            <a:off x="1402045" y="4573687"/>
            <a:ext cx="3925001" cy="40075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spcBef>
                <a:spcPts val="0"/>
              </a:spcBef>
              <a:buSzTx/>
              <a:buNone/>
              <a:defRPr sz="2200">
                <a:solidFill>
                  <a:srgbClr val="FFFFFF"/>
                </a:solidFill>
                <a:latin typeface="DIN Offc Pro"/>
                <a:cs typeface="DIN Offc Pro"/>
                <a:sym typeface="DIN Offc Pro"/>
              </a:defRPr>
            </a:lvl1pPr>
          </a:lstStyle>
          <a:p>
            <a:pPr marL="0" indent="0">
              <a:spcBef>
                <a:spcPts val="0"/>
              </a:spcBef>
              <a:buSzTx/>
              <a:buNone/>
              <a:defRPr sz="2200">
                <a:solidFill>
                  <a:srgbClr val="FFFFFF"/>
                </a:solidFill>
                <a:latin typeface="DIN Offc Pro"/>
                <a:ea typeface="DIN Offc Pro"/>
                <a:cs typeface="DIN Offc Pro"/>
                <a:sym typeface="DIN Offc Pro"/>
              </a:defRPr>
            </a:pPr>
            <a:r>
              <a:rPr lang="en-US"/>
              <a:t>Text</a:t>
            </a:r>
            <a:endParaRPr/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5790CD4C-D766-BB4A-B24F-6E6C867C7C5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408973" y="4198199"/>
            <a:ext cx="3925002" cy="365754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bg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E5DB74C2-F74B-C446-A167-EB0671F3C1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1" name="Slide Number">
            <a:extLst>
              <a:ext uri="{FF2B5EF4-FFF2-40B4-BE49-F238E27FC236}">
                <a16:creationId xmlns:a16="http://schemas.microsoft.com/office/drawing/2014/main" id="{13D68EE9-17D0-4847-97F3-F0314977162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15110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Rectangle">
            <a:extLst>
              <a:ext uri="{FF2B5EF4-FFF2-40B4-BE49-F238E27FC236}">
                <a16:creationId xmlns:a16="http://schemas.microsoft.com/office/drawing/2014/main" id="{208AECE6-DD8D-C040-B6AD-BD63BA137FAD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3A7BCE29-AB1D-414C-B004-613DFE6CF5E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51045" y="2333975"/>
            <a:ext cx="1540161" cy="824572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FontTx/>
              <a:buNone/>
              <a:defRPr sz="4999" b="1" i="0" baseline="0">
                <a:ln>
                  <a:noFill/>
                </a:ln>
                <a:solidFill>
                  <a:schemeClr val="tx1"/>
                </a:solidFill>
                <a:latin typeface="DIN Offc Pro Light" panose="020B050402010101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AA55E79-3D33-0D4C-8441-081BC0A3641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70851" y="2333975"/>
            <a:ext cx="1540161" cy="824572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FontTx/>
              <a:buNone/>
              <a:defRPr sz="4999" b="1" i="0" baseline="0">
                <a:ln>
                  <a:noFill/>
                </a:ln>
                <a:solidFill>
                  <a:schemeClr val="tx1"/>
                </a:solidFill>
                <a:latin typeface="DIN Offc Pro Light" panose="020B050402010101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BE3EEB47-EF45-1149-878A-FCBA362510D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899987" y="2333975"/>
            <a:ext cx="1540161" cy="824572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FontTx/>
              <a:buNone/>
              <a:defRPr sz="4999" b="1" i="0" baseline="0">
                <a:ln>
                  <a:noFill/>
                </a:ln>
                <a:solidFill>
                  <a:schemeClr val="tx1"/>
                </a:solidFill>
                <a:latin typeface="DIN Offc Pro Light" panose="020B050402010101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DAB2134A-1BC2-E043-894E-06D8C96206C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96105" y="4310644"/>
            <a:ext cx="1990012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50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CCCEC386-C8ED-1442-A9FD-8D56CD1E215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96105" y="4840756"/>
            <a:ext cx="1990012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EC6CD021-681D-E84B-858C-9DB2111B25C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042724" y="4310644"/>
            <a:ext cx="1990012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50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9AA2DA7B-E96B-EB4A-8A19-1A51AAD626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42724" y="4840756"/>
            <a:ext cx="1990012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B5FEDEBC-2BEF-A14E-B29E-175689F8FF7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626388" y="4310644"/>
            <a:ext cx="1990012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50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B8EA8031-4BFE-D542-B200-658837A1AD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626388" y="4840756"/>
            <a:ext cx="1990012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AA3D73FF-84D4-B144-9F48-CEBAEA3A41F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C49C53C7-EACC-0D4E-875F-64B13010F5B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63839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Rectangle">
            <a:extLst>
              <a:ext uri="{FF2B5EF4-FFF2-40B4-BE49-F238E27FC236}">
                <a16:creationId xmlns:a16="http://schemas.microsoft.com/office/drawing/2014/main" id="{96A26750-DFE2-A046-94F6-809381760DA1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0D29C325-7229-EB4A-8F27-DF30116BF7A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80528" y="2097495"/>
            <a:ext cx="1672346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50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F1C4BB51-69EC-3E49-8E7B-1E70127F73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880528" y="2463824"/>
            <a:ext cx="1672346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04C9D7C-E0E5-974D-9E85-6AAEAEBF165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80528" y="4514124"/>
            <a:ext cx="1672346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50" baseline="0">
                <a:latin typeface="DIN Offc Pro Black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44DA1610-A425-BD4E-A671-070EA45E0DF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80528" y="4880452"/>
            <a:ext cx="1672346" cy="2936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1CEBEB7-F148-054E-A8D1-60A849007BB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98596" y="2262942"/>
            <a:ext cx="2681054" cy="4677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5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43737D18-31A4-6448-B300-8595972D4A6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23996" y="3097219"/>
            <a:ext cx="2663442" cy="2909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C71AB4F0-0AE5-F949-94D1-F9B31D8F5B5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883708" y="2262942"/>
            <a:ext cx="2681054" cy="4677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5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52E1FBFF-C6B3-F14D-BA58-B12340790AD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909107" y="3097219"/>
            <a:ext cx="2663442" cy="2909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398BD5F3-5B3E-DD48-A434-6DA9E57DB01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C98F6365-52A5-4543-81FA-000CC4EE6930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377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TEXT"/>
          <p:cNvSpPr>
            <a:spLocks noGrp="1"/>
          </p:cNvSpPr>
          <p:nvPr>
            <p:ph type="body" sz="quarter" idx="13" hasCustomPrompt="1"/>
          </p:nvPr>
        </p:nvSpPr>
        <p:spPr>
          <a:xfrm>
            <a:off x="4067908" y="1353092"/>
            <a:ext cx="1869012" cy="324249"/>
          </a:xfrm>
          <a:prstGeom prst="rect">
            <a:avLst/>
          </a:prstGeom>
          <a:solidFill>
            <a:srgbClr val="000000"/>
          </a:solidFill>
        </p:spPr>
        <p:txBody>
          <a:bodyPr tIns="182880">
            <a:noAutofit/>
          </a:bodyPr>
          <a:lstStyle>
            <a:lvl1pPr marL="0" indent="0" algn="ctr">
              <a:spcBef>
                <a:spcPts val="0"/>
              </a:spcBef>
              <a:buSzTx/>
              <a:buNone/>
              <a:defRPr sz="1400" cap="all" spc="14">
                <a:solidFill>
                  <a:srgbClr val="FFFFFF"/>
                </a:solidFill>
                <a:latin typeface="DIN Offc Pro Light"/>
                <a:ea typeface="DIN Offc Pro Light"/>
                <a:cs typeface="DIN Offc Pro Light"/>
                <a:sym typeface="DIN Offc Pro Light"/>
              </a:defRPr>
            </a:lvl1pPr>
          </a:lstStyle>
          <a:p>
            <a:r>
              <a:t>TEXT</a:t>
            </a:r>
          </a:p>
        </p:txBody>
      </p:sp>
      <p:sp>
        <p:nvSpPr>
          <p:cNvPr id="571" name="Text"/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2826842" y="2566094"/>
            <a:ext cx="1866639" cy="324249"/>
          </a:xfrm>
          <a:prstGeom prst="rect">
            <a:avLst/>
          </a:prstGeom>
          <a:solidFill>
            <a:srgbClr val="858585"/>
          </a:solidFill>
        </p:spPr>
        <p:txBody>
          <a:bodyPr tIns="182880">
            <a:noAutofit/>
          </a:bodyPr>
          <a:lstStyle>
            <a:lvl1pPr marL="0" indent="0" algn="ctr">
              <a:spcBef>
                <a:spcPts val="0"/>
              </a:spcBef>
              <a:buSzTx/>
              <a:buNone/>
              <a:defRPr sz="1400" cap="all">
                <a:solidFill>
                  <a:srgbClr val="FFFFFF"/>
                </a:solidFill>
                <a:latin typeface="DIN Offc Pro Light"/>
                <a:ea typeface="DIN Offc Pro Light"/>
                <a:cs typeface="DIN Offc Pro Light"/>
                <a:sym typeface="DIN Offc Pro Light"/>
              </a:defRPr>
            </a:lvl1pPr>
          </a:lstStyle>
          <a:p>
            <a:r>
              <a:t>Text</a:t>
            </a:r>
          </a:p>
        </p:txBody>
      </p:sp>
      <p:sp>
        <p:nvSpPr>
          <p:cNvPr id="580" name="Text"/>
          <p:cNvSpPr>
            <a:spLocks noGrp="1"/>
          </p:cNvSpPr>
          <p:nvPr>
            <p:ph type="body" sz="quarter" idx="23" hasCustomPrompt="1"/>
          </p:nvPr>
        </p:nvSpPr>
        <p:spPr>
          <a:xfrm>
            <a:off x="6281759" y="1353092"/>
            <a:ext cx="1869012" cy="324249"/>
          </a:xfrm>
          <a:prstGeom prst="rect">
            <a:avLst/>
          </a:prstGeom>
          <a:solidFill>
            <a:srgbClr val="000000"/>
          </a:solidFill>
        </p:spPr>
        <p:txBody>
          <a:bodyPr tIns="182880">
            <a:noAutofit/>
          </a:bodyPr>
          <a:lstStyle>
            <a:lvl1pPr marL="0" indent="0" algn="ctr">
              <a:spcBef>
                <a:spcPts val="0"/>
              </a:spcBef>
              <a:buSzTx/>
              <a:buNone/>
              <a:defRPr sz="1400" cap="all" spc="14">
                <a:solidFill>
                  <a:srgbClr val="FFFFFF"/>
                </a:solidFill>
                <a:latin typeface="DIN Offc Pro Light"/>
                <a:ea typeface="DIN Offc Pro Light"/>
                <a:cs typeface="DIN Offc Pro Light"/>
                <a:sym typeface="DIN Offc Pro Light"/>
              </a:defRPr>
            </a:lvl1pPr>
          </a:lstStyle>
          <a:p>
            <a:r>
              <a:t>Text</a:t>
            </a:r>
          </a:p>
        </p:txBody>
      </p:sp>
      <p:sp>
        <p:nvSpPr>
          <p:cNvPr id="581" name="Text"/>
          <p:cNvSpPr>
            <a:spLocks noGrp="1"/>
          </p:cNvSpPr>
          <p:nvPr>
            <p:ph type="body" sz="quarter" idx="24" hasCustomPrompt="1"/>
          </p:nvPr>
        </p:nvSpPr>
        <p:spPr>
          <a:xfrm rot="16200000">
            <a:off x="2826842" y="4725094"/>
            <a:ext cx="1866639" cy="324249"/>
          </a:xfrm>
          <a:prstGeom prst="rect">
            <a:avLst/>
          </a:prstGeom>
          <a:solidFill>
            <a:srgbClr val="858585"/>
          </a:solidFill>
        </p:spPr>
        <p:txBody>
          <a:bodyPr tIns="182880">
            <a:noAutofit/>
          </a:bodyPr>
          <a:lstStyle>
            <a:lvl1pPr marL="0" indent="0" algn="ctr">
              <a:spcBef>
                <a:spcPts val="0"/>
              </a:spcBef>
              <a:buSzTx/>
              <a:buNone/>
              <a:defRPr sz="1400" cap="all">
                <a:solidFill>
                  <a:srgbClr val="FFFFFF"/>
                </a:solidFill>
                <a:latin typeface="DIN Offc Pro Light"/>
                <a:ea typeface="DIN Offc Pro Light"/>
                <a:cs typeface="DIN Offc Pro Light"/>
                <a:sym typeface="DIN Offc Pro Light"/>
              </a:defRPr>
            </a:lvl1pPr>
          </a:lstStyle>
          <a:p>
            <a:r>
              <a:t>Text</a:t>
            </a:r>
          </a:p>
        </p:txBody>
      </p:sp>
      <p:pic>
        <p:nvPicPr>
          <p:cNvPr id="58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Rectangle">
            <a:extLst>
              <a:ext uri="{FF2B5EF4-FFF2-40B4-BE49-F238E27FC236}">
                <a16:creationId xmlns:a16="http://schemas.microsoft.com/office/drawing/2014/main" id="{B5D3FA82-596C-5149-80BC-C1156103A33D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5B13C32E-9FC2-6B4D-82A9-4AC76BE895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24721" y="1903795"/>
            <a:ext cx="1630609" cy="36354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9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10C013FD-A8B4-0048-BE8E-C264B57CAAF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50120" y="2500679"/>
            <a:ext cx="1600988" cy="19611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B71F3E43-351A-F544-876E-FD46007B376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24721" y="4059166"/>
            <a:ext cx="1630609" cy="36354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9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93C7723B-DEE6-2844-851E-70924297CFD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450120" y="4656051"/>
            <a:ext cx="1600988" cy="19611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F1445C90-7661-D74B-B708-FF9ECE122A6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204324" y="1903795"/>
            <a:ext cx="1630609" cy="36354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9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BA0EFA15-893A-6F48-956C-73E59481B3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229724" y="2500679"/>
            <a:ext cx="1600988" cy="19611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AB3BD232-9764-9849-ABE2-E0FBE06514B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204324" y="4059166"/>
            <a:ext cx="1630609" cy="36354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9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C0F4A7D8-6DBE-A348-B854-FE7089A8797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229724" y="4656051"/>
            <a:ext cx="1600988" cy="19611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A0BE9BC-13E0-FF48-B90D-A004A9B0B40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7" name="Slide Number">
            <a:extLst>
              <a:ext uri="{FF2B5EF4-FFF2-40B4-BE49-F238E27FC236}">
                <a16:creationId xmlns:a16="http://schemas.microsoft.com/office/drawing/2014/main" id="{4629F1D2-2D66-2D4C-8D97-9856B826BFE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55512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CCDBC06-BA00-6D47-BB02-B4446F9FEF5E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15A4130-80BD-D640-95E8-29E30B64A1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24749" y="1707344"/>
            <a:ext cx="1630609" cy="36354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5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1BCEF266-E7D7-A443-8346-08539FF5B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D4C8FCB3-AFA4-0A45-A558-2D0827D5CF1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93761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Rectangle">
            <a:extLst>
              <a:ext uri="{FF2B5EF4-FFF2-40B4-BE49-F238E27FC236}">
                <a16:creationId xmlns:a16="http://schemas.microsoft.com/office/drawing/2014/main" id="{42FCE302-79D4-F644-A58A-B32600CAF34A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3AC3AFFF-30C1-2947-A738-BF0EFF2C2CE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847850" y="1614279"/>
            <a:ext cx="1016275" cy="2055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1FFE21D5-D74D-4049-9C9F-89CF84CF3F4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019845" y="1614279"/>
            <a:ext cx="1016275" cy="2055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6EAAAD24-E2C3-9E4F-9B4F-C692EB73B44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847850" y="5682425"/>
            <a:ext cx="1016275" cy="2055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FB3665E9-ED9E-5843-9DC4-04906784469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019845" y="5682425"/>
            <a:ext cx="1016275" cy="2055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77174E27-B188-494E-AD95-E335B600ADF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025666" y="1614279"/>
            <a:ext cx="1016275" cy="2055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68AE6904-3A4D-1B45-9D37-7A54A550C0D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0197661" y="1614279"/>
            <a:ext cx="1016275" cy="2055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5EA1CBFA-AD64-4C46-9D4F-E8D7DC1AF9A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025666" y="5682425"/>
            <a:ext cx="1016275" cy="2055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FA0D5FCA-CCA5-AE48-96B8-F2A582440E0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197661" y="5682425"/>
            <a:ext cx="1016275" cy="2055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498E247D-9760-5942-A475-1272C0E058F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036750" y="4506768"/>
            <a:ext cx="577793" cy="19586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latin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711166A6-0EDF-0F48-B719-65594B26ACA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2001" y="451156"/>
            <a:ext cx="10848634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Slide Number">
            <a:extLst>
              <a:ext uri="{FF2B5EF4-FFF2-40B4-BE49-F238E27FC236}">
                <a16:creationId xmlns:a16="http://schemas.microsoft.com/office/drawing/2014/main" id="{410251A1-F77F-2B45-9936-B4C7C00319B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13997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Individuality Statem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233" y="8467"/>
            <a:ext cx="12192000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644" name="individuality"/>
          <p:cNvSpPr txBox="1"/>
          <p:nvPr/>
        </p:nvSpPr>
        <p:spPr>
          <a:xfrm>
            <a:off x="2183473" y="3454276"/>
            <a:ext cx="6884836" cy="1302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4" tIns="35714" rIns="35714" bIns="35714" anchor="ctr">
            <a:spAutoFit/>
          </a:bodyPr>
          <a:lstStyle>
            <a:lvl1pPr>
              <a:defRPr sz="16000" cap="all" spc="-639">
                <a:latin typeface="+mj-lt"/>
                <a:ea typeface="+mj-ea"/>
                <a:cs typeface="+mj-cs"/>
                <a:sym typeface="DIN Offc Pro Black"/>
              </a:defRPr>
            </a:lvl1pPr>
          </a:lstStyle>
          <a:p>
            <a:r>
              <a:rPr sz="7998" baseline="0">
                <a:latin typeface="DIN Offc Pro Black" panose="020B0504020101020102" pitchFamily="34" charset="0"/>
              </a:rPr>
              <a:t>individuality</a:t>
            </a:r>
          </a:p>
        </p:txBody>
      </p:sp>
      <p:pic>
        <p:nvPicPr>
          <p:cNvPr id="64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278" y="1941369"/>
            <a:ext cx="3783870" cy="10408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46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9033" y="2749845"/>
            <a:ext cx="6431027" cy="104081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2765843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dividuality Statem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233" y="8467"/>
            <a:ext cx="12192000" cy="685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5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713" y="2891343"/>
            <a:ext cx="4908782" cy="846859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40175C-B258-294E-924A-BA9089B995E7}"/>
              </a:ext>
            </a:extLst>
          </p:cNvPr>
          <p:cNvSpPr txBox="1"/>
          <p:nvPr userDrawn="1"/>
        </p:nvSpPr>
        <p:spPr>
          <a:xfrm>
            <a:off x="7050306" y="1166304"/>
            <a:ext cx="3453333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50" baseline="0">
                <a:latin typeface="DIN Offc Pro Black" panose="020B0504020101020102" pitchFamily="34" charset="0"/>
              </a:rPr>
              <a:t>WE SPEAK UP </a:t>
            </a:r>
            <a:r>
              <a:rPr lang="en-US" sz="1750" baseline="0"/>
              <a:t>against bland, broad-brush generalizations.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sz="1750" baseline="0"/>
            </a:br>
            <a:endParaRPr lang="en-US" sz="1750" baseline="0"/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50" baseline="0">
                <a:latin typeface="DIN Offc Pro Black" panose="020B0504020101020102" pitchFamily="34" charset="0"/>
              </a:rPr>
              <a:t>WE FIGHT FOR</a:t>
            </a:r>
            <a:r>
              <a:rPr lang="en-US" sz="1750" baseline="0"/>
              <a:t> solutions that adapt to the individual’s needs, beliefs, behaviors and aspirations.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sz="1750" baseline="0"/>
            </a:br>
            <a:endParaRPr lang="en-US" sz="1750" baseline="0"/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50" baseline="0">
                <a:latin typeface="DIN Offc Pro Black" panose="020B0504020101020102" pitchFamily="34" charset="0"/>
              </a:rPr>
              <a:t>WE COMMIT TO </a:t>
            </a:r>
            <a:r>
              <a:rPr lang="en-US" sz="1750" baseline="0"/>
              <a:t>doing this in every aspect of our work, for our clients and our clients’ consumers.</a:t>
            </a:r>
          </a:p>
          <a:p>
            <a:br>
              <a:rPr lang="en-US" sz="1750" baseline="0"/>
            </a:br>
            <a:endParaRPr lang="en-US" sz="1750" baseline="0"/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50" baseline="0">
                <a:latin typeface="DIN Offc Pro Black" panose="020B0504020101020102" pitchFamily="34" charset="0"/>
              </a:rPr>
              <a:t>WE EMPOWER </a:t>
            </a:r>
            <a:r>
              <a:rPr lang="en-US" sz="1750" baseline="0"/>
              <a:t>our employees to have no fear in expressing their own individuality. </a:t>
            </a:r>
          </a:p>
          <a:p>
            <a:endParaRPr lang="en-US" sz="1750" baseline="0"/>
          </a:p>
        </p:txBody>
      </p:sp>
    </p:spTree>
    <p:extLst>
      <p:ext uri="{BB962C8B-B14F-4D97-AF65-F5344CB8AC3E}">
        <p14:creationId xmlns:p14="http://schemas.microsoft.com/office/powerpoint/2010/main" val="1150816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Frame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pic>
        <p:nvPicPr>
          <p:cNvPr id="668" name="Image" descr="Image"/>
          <p:cNvPicPr>
            <a:picLocks noChangeAspect="1"/>
          </p:cNvPicPr>
          <p:nvPr/>
        </p:nvPicPr>
        <p:blipFill>
          <a:blip r:embed="rId3"/>
          <a:srcRect r="3897" b="6686"/>
          <a:stretch>
            <a:fillRect/>
          </a:stretch>
        </p:blipFill>
        <p:spPr>
          <a:xfrm>
            <a:off x="-4233" y="8467"/>
            <a:ext cx="11716866" cy="639946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">
            <a:extLst>
              <a:ext uri="{FF2B5EF4-FFF2-40B4-BE49-F238E27FC236}">
                <a16:creationId xmlns:a16="http://schemas.microsoft.com/office/drawing/2014/main" id="{C051AC26-8FF5-1144-A466-D4175DE50F4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35047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rtner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20A2F0EE-C30D-964C-95AD-7C37AA32E9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897" b="6686"/>
          <a:stretch>
            <a:fillRect/>
          </a:stretch>
        </p:blipFill>
        <p:spPr>
          <a:xfrm>
            <a:off x="-4233" y="8467"/>
            <a:ext cx="11716866" cy="639946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679" name="Text"/>
          <p:cNvSpPr txBox="1"/>
          <p:nvPr/>
        </p:nvSpPr>
        <p:spPr>
          <a:xfrm>
            <a:off x="938551" y="857556"/>
            <a:ext cx="8592533" cy="456846"/>
          </a:xfrm>
          <a:prstGeom prst="rect">
            <a:avLst/>
          </a:prstGeom>
          <a:ln w="12700">
            <a:miter lim="400000"/>
          </a:ln>
        </p:spPr>
        <p:txBody>
          <a:bodyPr lIns="35714" tIns="35714" rIns="35714" bIns="35714">
            <a:spAutoFit/>
          </a:bodyPr>
          <a:lstStyle/>
          <a:p>
            <a:pPr>
              <a:defRPr sz="5000" cap="all" spc="0">
                <a:latin typeface="+mj-lt"/>
                <a:ea typeface="+mj-ea"/>
                <a:cs typeface="+mj-cs"/>
                <a:sym typeface="DIN Offc Pro Black"/>
              </a:defRPr>
            </a:pPr>
            <a:endParaRPr sz="2500"/>
          </a:p>
        </p:txBody>
      </p:sp>
      <p:sp>
        <p:nvSpPr>
          <p:cNvPr id="680" name="Text"/>
          <p:cNvSpPr txBox="1"/>
          <p:nvPr/>
        </p:nvSpPr>
        <p:spPr>
          <a:xfrm>
            <a:off x="2058066" y="857556"/>
            <a:ext cx="9063674" cy="456846"/>
          </a:xfrm>
          <a:prstGeom prst="rect">
            <a:avLst/>
          </a:prstGeom>
          <a:ln w="12700">
            <a:miter lim="400000"/>
          </a:ln>
        </p:spPr>
        <p:txBody>
          <a:bodyPr lIns="35714" tIns="35714" rIns="35714" bIns="35714">
            <a:spAutoFit/>
          </a:bodyPr>
          <a:lstStyle/>
          <a:p>
            <a:pPr>
              <a:defRPr sz="5000" spc="0"/>
            </a:pPr>
            <a:endParaRPr sz="250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C6D85B6-16EB-0C45-AF9E-35DF6396524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38551" y="906214"/>
            <a:ext cx="10183189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420C9402-C4D1-2442-94AB-EB0A4305DF53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220548" y="2851150"/>
            <a:ext cx="1061701" cy="1067707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38E6DDF5-A713-CE4B-9250-F3DC7FBC352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657276" y="2851150"/>
            <a:ext cx="1061701" cy="1067707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4FE1FCE7-E0B6-8746-95E0-39C61805E6E2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094003" y="2851150"/>
            <a:ext cx="1061701" cy="1067707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B18728DF-FDE2-6941-8F5F-E73454AE838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5521400" y="2851150"/>
            <a:ext cx="1061701" cy="1067707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12E7FD1D-E1FC-9348-926F-EBE0CCE2CD1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958128" y="2851150"/>
            <a:ext cx="1061701" cy="1067707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F44F9296-B731-2549-880D-A2E59F0C778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8394855" y="2851150"/>
            <a:ext cx="1061701" cy="1067707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4F767EF2-FF8F-5F48-B596-7038D24DD142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9822253" y="2851150"/>
            <a:ext cx="1061701" cy="1067707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2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place image here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16E3D707-9298-CA48-B208-E75C99E497E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2292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pic>
        <p:nvPicPr>
          <p:cNvPr id="698" name="Image" descr="Image"/>
          <p:cNvPicPr>
            <a:picLocks noChangeAspect="1"/>
          </p:cNvPicPr>
          <p:nvPr userDrawn="1"/>
        </p:nvPicPr>
        <p:blipFill>
          <a:blip r:embed="rId3"/>
          <a:srcRect r="3897" b="6686"/>
          <a:stretch>
            <a:fillRect/>
          </a:stretch>
        </p:blipFill>
        <p:spPr>
          <a:xfrm>
            <a:off x="-4233" y="8467"/>
            <a:ext cx="11716866" cy="6399461"/>
          </a:xfrm>
          <a:prstGeom prst="rect">
            <a:avLst/>
          </a:prstGeom>
          <a:ln w="12700">
            <a:miter lim="400000"/>
          </a:ln>
        </p:spPr>
      </p:pic>
      <p:sp>
        <p:nvSpPr>
          <p:cNvPr id="699" name="Text"/>
          <p:cNvSpPr txBox="1"/>
          <p:nvPr/>
        </p:nvSpPr>
        <p:spPr>
          <a:xfrm>
            <a:off x="938551" y="857556"/>
            <a:ext cx="10314898" cy="456846"/>
          </a:xfrm>
          <a:prstGeom prst="rect">
            <a:avLst/>
          </a:prstGeom>
          <a:ln w="12700">
            <a:miter lim="400000"/>
          </a:ln>
        </p:spPr>
        <p:txBody>
          <a:bodyPr lIns="35714" tIns="35714" rIns="35714" bIns="35714">
            <a:spAutoFit/>
          </a:bodyPr>
          <a:lstStyle/>
          <a:p>
            <a:pPr>
              <a:defRPr sz="5000" cap="all" spc="0">
                <a:latin typeface="+mj-lt"/>
                <a:ea typeface="+mj-ea"/>
                <a:cs typeface="+mj-cs"/>
                <a:sym typeface="DIN Offc Pro Black"/>
              </a:defRPr>
            </a:pPr>
            <a:endParaRPr sz="250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7661A2-7C6C-A043-ADD0-EFF5D7E7B64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38551" y="906214"/>
            <a:ext cx="2793899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04E28E84-73EC-0E49-B90F-A2729F49FC33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68638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Fierc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7148" y="5089595"/>
            <a:ext cx="910603" cy="27885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007" y="2112148"/>
            <a:ext cx="12214014" cy="259560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6806954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177" y="1196"/>
            <a:ext cx="2892442" cy="6857186"/>
          </a:xfrm>
          <a:prstGeom prst="rect">
            <a:avLst/>
          </a:prstGeom>
          <a:ln w="12700">
            <a:miter lim="400000"/>
          </a:ln>
        </p:spPr>
      </p:pic>
      <p:pic>
        <p:nvPicPr>
          <p:cNvPr id="72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97" y="2981094"/>
            <a:ext cx="5435938" cy="768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43CC940-1BA0-4B43-87CF-03682140A47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302912" y="3233147"/>
            <a:ext cx="3003407" cy="75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4578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">
            <a:extLst>
              <a:ext uri="{FF2B5EF4-FFF2-40B4-BE49-F238E27FC236}">
                <a16:creationId xmlns:a16="http://schemas.microsoft.com/office/drawing/2014/main" id="{55FECE8D-C303-8149-87A0-1BFC5FA5F170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pic>
        <p:nvPicPr>
          <p:cNvPr id="72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732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33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34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35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36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37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38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39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40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41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42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43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44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45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46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47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48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49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50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51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52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53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54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55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56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57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58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59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60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61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62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63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64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65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66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67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68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69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18650A57-606E-BC4E-BE11-5E7C1811301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04193978-12B5-D447-99F8-7DF3100C401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08140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">
            <a:extLst>
              <a:ext uri="{FF2B5EF4-FFF2-40B4-BE49-F238E27FC236}">
                <a16:creationId xmlns:a16="http://schemas.microsoft.com/office/drawing/2014/main" id="{70AE0CB3-74AF-1245-BD2A-C3F15511FAC6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pic>
        <p:nvPicPr>
          <p:cNvPr id="77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780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81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82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83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84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85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86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87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88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89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90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91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92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93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94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95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96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97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98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799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00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01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02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03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04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05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06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07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08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09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10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11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12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13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14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15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16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17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C6C6CEE4-87E5-6941-936B-A981D5D2BDE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3AEA19E2-F31A-C440-B892-66310B13467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14057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">
            <a:extLst>
              <a:ext uri="{FF2B5EF4-FFF2-40B4-BE49-F238E27FC236}">
                <a16:creationId xmlns:a16="http://schemas.microsoft.com/office/drawing/2014/main" id="{4D827F87-B584-7445-8C9E-7BC531C8CE67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pic>
        <p:nvPicPr>
          <p:cNvPr id="82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828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29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30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31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32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33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34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35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36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37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38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39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40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41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42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43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44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45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46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47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48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49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50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51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52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53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54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55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56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57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58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59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60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61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62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63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64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65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0FF4C4F7-3F58-6C40-A11F-006FBF20153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EED0D8CF-00BC-3B4F-A425-FCACAAB6989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465003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">
            <a:extLst>
              <a:ext uri="{FF2B5EF4-FFF2-40B4-BE49-F238E27FC236}">
                <a16:creationId xmlns:a16="http://schemas.microsoft.com/office/drawing/2014/main" id="{3248776E-71ED-4E44-88B6-C9F2627231D6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pic>
        <p:nvPicPr>
          <p:cNvPr id="87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876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77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78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79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80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81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82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83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84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85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86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87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88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89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90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91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92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93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94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95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96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97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98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899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00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01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02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03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04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05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06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07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08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09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10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11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12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13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FB2F37E-0C6C-DE42-AF1B-E9FCE800C18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67D0BD93-2D91-9244-9C21-313569C64E1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23879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">
            <a:extLst>
              <a:ext uri="{FF2B5EF4-FFF2-40B4-BE49-F238E27FC236}">
                <a16:creationId xmlns:a16="http://schemas.microsoft.com/office/drawing/2014/main" id="{FA3533AD-3BC5-904D-B1DE-524CCDE7DD57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pic>
        <p:nvPicPr>
          <p:cNvPr id="92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924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25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26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27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28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29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30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31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32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33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34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35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36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37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38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39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40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41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42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43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44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45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46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47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48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49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50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51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52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53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54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55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56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57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58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59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60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61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0417D188-D170-8C45-BBAB-8EC23993568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65154B22-50AF-AA4C-AF7B-A67332DBDC0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887990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970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972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73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74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75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76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77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78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79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80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81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82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83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84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85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86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87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88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89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90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91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92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93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94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95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96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97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98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999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00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01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02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03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04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05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06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07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08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09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A980AEDE-E5EE-DB43-99DE-B9475A69BC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E2BA21A8-4423-204A-A692-64CF21251BD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189957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018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020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21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22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23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24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25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26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27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28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29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30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31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32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33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34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35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36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37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38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39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40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41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42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43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44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45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46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47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48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49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50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51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52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53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54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55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56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57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CB205921-D6F9-CC4F-B606-F614170B01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C93B936A-5658-AD49-91EF-083CD060953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232842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066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068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69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70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71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72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73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74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75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76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77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78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79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80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81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82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83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84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85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86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87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88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89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90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91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92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93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94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95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96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97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98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099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00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01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02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03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04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05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57B8A774-F624-0F4A-89AE-5D4D32281C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51D7E904-18DE-2049-A0B7-EC469695C3C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187865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114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116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17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18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19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20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21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22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23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24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25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26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27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28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29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30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31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32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33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34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35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36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37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38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39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40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41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42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43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44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45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46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47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48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49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50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51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52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53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70D82DCB-E97F-C24B-B9E3-2E992D0436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FD278887-7341-D342-8E44-097FDFD3EA4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52109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162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164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65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66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67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68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69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70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71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72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73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74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75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76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77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78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79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80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81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82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83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84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85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86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87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88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89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90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91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92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93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94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95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96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97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98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199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00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01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AD2C4EAE-5589-F74A-86D1-3CDE3922E08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06BFF872-A89F-9443-BCFA-B27C5786641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0877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210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212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13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14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15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16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17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18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19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20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21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22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23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24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25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26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27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28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29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30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31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32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33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34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35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36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37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38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39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40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41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42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43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44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45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46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47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48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49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AECBF76F-ADE5-9842-93EA-A0BF9C6B8F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329421AC-82B2-C546-AAFE-155CDB766A8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439319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258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260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61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62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63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64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65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66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67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68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69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70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71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72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73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74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75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76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77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78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79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80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81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82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83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84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85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86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87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88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89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90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91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92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93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94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95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96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297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D56790C3-F0AB-CE4F-91E0-18773DCA3CB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447E88E8-7FD9-FD45-86E9-431C920C041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723510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306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308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09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10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11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12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13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14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15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16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17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18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19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20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21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22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23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24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25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26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27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28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29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30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31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32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33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34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35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36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37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38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39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40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41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42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43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44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45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30CAA418-7310-C546-9D87-4CE773AC3B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AF604FC4-5BE4-FA45-9F29-7C401FE9020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709680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354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356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57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58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59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60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61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62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63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64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65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66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67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68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69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70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71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72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73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74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75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76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77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78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79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80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81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82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83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84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85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86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87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88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89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90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91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92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393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686D82BD-4376-744A-9C98-20C831E489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0529F544-34B1-3041-82AB-CEA5109088A0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103727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402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404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05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06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07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08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09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10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11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12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13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14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15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16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17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18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19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20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21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22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23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24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25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26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27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28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29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30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31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32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33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34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35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36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37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38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39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40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41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8C8A4FB6-FE54-774A-BE2C-66DCD04014C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5D4225A6-F0D4-5A47-9410-3C94B1FEE34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62932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450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452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53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54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55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56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57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58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59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60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61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62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63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64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65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66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67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68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69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70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71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72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73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74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75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76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77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78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79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80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81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82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83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84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85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86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87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88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489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971198DB-DCEB-6A43-8DC6-BB593EC3EE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F9290C70-4549-A548-87EE-9B5EDD52BBF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721923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498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500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01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02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03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04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05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06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07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08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09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10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11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12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13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14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15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16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17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18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19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20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21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22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23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24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25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26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27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28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29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30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31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32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33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34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35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36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37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4C51BD4F-C087-8D4E-B5FC-124A3816379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655DBD29-B7B6-594A-AA0F-F47F0770DB9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674014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8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546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548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49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50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51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52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53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54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55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56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57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58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59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60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61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62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63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64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65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66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67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68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69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70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71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72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73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74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75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76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77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78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79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80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81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82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83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84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85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2D5E63A0-DA98-6440-B433-AD0FC01E251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13C3A5A3-6A27-C94F-9E04-0831B74272B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615255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9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594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596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97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98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599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00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01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02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03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04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05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06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07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08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09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10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11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12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13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14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15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16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17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18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19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20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21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22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23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24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25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26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27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28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29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30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31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32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33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444DBA0C-F472-7E41-8C55-0989F538E19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C4935F9C-5F3E-7743-BF18-C1384EBF457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85745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0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642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644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45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46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47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48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49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50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51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52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53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54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55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56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57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58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59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60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61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62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63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64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65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66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67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68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69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70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71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72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73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74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75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76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77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78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79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80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81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6469D787-1C8D-5149-9557-8571FDD5B12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A79E5D13-1D2B-B64E-867D-3EE8BEC457A0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533548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1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690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692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93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94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95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96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97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98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699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00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01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02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03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04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05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06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07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08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09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10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11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12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13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14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15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16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17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18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19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20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21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22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23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24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25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26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27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28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29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014B7823-1A67-084E-AC48-91673934E20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008E2F36-6C7F-984E-9659-92756D44E22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984169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2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738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740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41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42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43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44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45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46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47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48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49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50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51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52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53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54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55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56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57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58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59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60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61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62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63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64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65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66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67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68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69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70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71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72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73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74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75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76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77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A1F96D20-BC94-1A45-8E7A-7964B9B6CF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6E63643B-126A-5043-B8AC-E3B44FD2E5F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71198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3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786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788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89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90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91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92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93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94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95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96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97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98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799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00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01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02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03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04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05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06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07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08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09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10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11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12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13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14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15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16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17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18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19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20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21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22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23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24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25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B88C2968-02E6-8C44-9229-6B23FC92E72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3ABE787C-83D3-6345-9025-4943B3404CF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928797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4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834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836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37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38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39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40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41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42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43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44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45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46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47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48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49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50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51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52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53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54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55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56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57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58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59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60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61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62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63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64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65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66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67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68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69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70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71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72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73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DFDBA6F1-BA13-DB40-9F73-B88A927BB99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93F9A1AA-57DE-1D41-AF30-07A0F7B0E03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627321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5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882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884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85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86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87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88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89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90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91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92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93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94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95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96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97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98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899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00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01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02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03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04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05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06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07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08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09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10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11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12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13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14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15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16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17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18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19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20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21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ACC6771C-347B-C74B-9E95-D43BB1CA407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2B86BDDC-DCCF-6A49-8A37-F02150600B43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301375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6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930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932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33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34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35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36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37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38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39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40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41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42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43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44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45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46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47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48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49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50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51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52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53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54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55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56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57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58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59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60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61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62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63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64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65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66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67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68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69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8B1A21B4-0051-D944-8ACA-EEDC9638ED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5E56808B-1825-8F4D-BD72-4C14DA3BD23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791271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7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978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980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81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82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83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84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85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86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87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88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89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90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91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92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93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94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95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96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97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98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1999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00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01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02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03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04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05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06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07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08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09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10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11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12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13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14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15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16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17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9A6F0267-918C-B54D-A530-8DBF4E45B8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5B1049CC-D47E-6949-B8EE-B8E60739811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724156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8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026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028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29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30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31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32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33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34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35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36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37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38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39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40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41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42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43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44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45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46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47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48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49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50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51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52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53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54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55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56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57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58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59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60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61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62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63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64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65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302C6015-A648-E742-9577-98DD464FE6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B1030496-E8C9-664E-B166-C0C3449A135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715342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9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074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076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77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78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79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80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81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82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83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84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85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86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87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88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89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90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91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92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93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94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95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96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97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98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099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00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01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02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03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04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05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06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07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08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09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10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11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12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13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8EA38C89-C904-DA4D-80CF-636C9DD3EC3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C1E4D904-71C1-0041-B9E4-9A3616C8307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616262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0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122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124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25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26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27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28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29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30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31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32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33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34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35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36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37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38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39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40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41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42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43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44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45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46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47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48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49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50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51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52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53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54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55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56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57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58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59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60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61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E6BAAB61-60AD-A94C-A56A-6144AFB76B4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19A1892C-E9D5-3C49-AA9C-277A33E4AA5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911969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1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170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172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73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74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75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76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77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78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79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80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81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82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83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84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85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86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87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88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89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90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91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92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93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94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95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96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97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98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199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00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01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02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03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04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05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06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07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08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09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74535458-8689-E248-854B-DB5824B61B9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F5EA24D4-EF0F-FA4F-9DCA-89F509037640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124739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2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218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220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21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22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23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24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25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26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27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28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29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30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31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32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33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34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35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36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37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38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39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40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41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42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43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44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45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46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47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48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49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50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51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52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53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54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55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56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57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7CEA3F7E-B763-4F4F-88AD-07BFBF647E9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64A2D464-19BA-8146-B594-5C5A2936212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93435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3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266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268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69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70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71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72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73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74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75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76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77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78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79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80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81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82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83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84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85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86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87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88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89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90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91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92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93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94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95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96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97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98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299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00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01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02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03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04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05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23E22C12-5DEC-344D-A4C5-DFCF52CAA38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2411DE82-E581-9449-9A40-34C1BE054C5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445697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4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314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316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17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18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19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20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21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22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23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24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25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26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27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28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29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30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31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32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33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34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35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36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37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38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39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40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41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42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43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44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45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46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47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48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49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50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51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52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53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00F6F028-0EEC-E541-9BAE-3223C6398CC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7E0CE390-AF7A-5D42-BDAF-949327589A6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882962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5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362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364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65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66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67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68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69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70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71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72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73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74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75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76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77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78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79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80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81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82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83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84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85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86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87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88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89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90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91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92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93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94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95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96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97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98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399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00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01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D3270A69-2598-1D43-86E6-4783F1F53B1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65C7CEDB-8FD8-0747-AFDD-2E3FE691E05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511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6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410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412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13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14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15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16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17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18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19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20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21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22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23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24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25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26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27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28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29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30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31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32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33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34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35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36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37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38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39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40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41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42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43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44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45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46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47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48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49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E1A1CDE-EC62-D140-BD33-D6F4DFE5150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F7FFC0B4-DB23-4446-876D-30003BC8C9E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489111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7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458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460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61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62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63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64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65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66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67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68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69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70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71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72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73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74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75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76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77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78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79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80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81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82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83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84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85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86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87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88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89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90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91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92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93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94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95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96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497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9FA60867-7D2C-E146-84A4-A4584023B67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5B8D0095-B805-9445-B2D4-097D3EBB6B0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248268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8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2506" name="Rectangle"/>
          <p:cNvSpPr/>
          <p:nvPr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2508" name="Square"/>
          <p:cNvSpPr/>
          <p:nvPr/>
        </p:nvSpPr>
        <p:spPr>
          <a:xfrm>
            <a:off x="104645" y="285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09" name="Square"/>
          <p:cNvSpPr/>
          <p:nvPr/>
        </p:nvSpPr>
        <p:spPr>
          <a:xfrm>
            <a:off x="104645" y="463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10" name="Square"/>
          <p:cNvSpPr/>
          <p:nvPr/>
        </p:nvSpPr>
        <p:spPr>
          <a:xfrm>
            <a:off x="104645" y="640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11" name="Square"/>
          <p:cNvSpPr/>
          <p:nvPr/>
        </p:nvSpPr>
        <p:spPr>
          <a:xfrm>
            <a:off x="104645" y="818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12" name="Square"/>
          <p:cNvSpPr/>
          <p:nvPr/>
        </p:nvSpPr>
        <p:spPr>
          <a:xfrm>
            <a:off x="104645" y="99649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13" name="Square"/>
          <p:cNvSpPr/>
          <p:nvPr/>
        </p:nvSpPr>
        <p:spPr>
          <a:xfrm>
            <a:off x="104645" y="1174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14" name="Square"/>
          <p:cNvSpPr/>
          <p:nvPr/>
        </p:nvSpPr>
        <p:spPr>
          <a:xfrm>
            <a:off x="104645" y="1074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15" name="Square"/>
          <p:cNvSpPr/>
          <p:nvPr/>
        </p:nvSpPr>
        <p:spPr>
          <a:xfrm>
            <a:off x="104645" y="1352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16" name="Square"/>
          <p:cNvSpPr/>
          <p:nvPr/>
        </p:nvSpPr>
        <p:spPr>
          <a:xfrm>
            <a:off x="104645" y="15298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17" name="Square"/>
          <p:cNvSpPr/>
          <p:nvPr/>
        </p:nvSpPr>
        <p:spPr>
          <a:xfrm>
            <a:off x="104645" y="17076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18" name="Square"/>
          <p:cNvSpPr/>
          <p:nvPr/>
        </p:nvSpPr>
        <p:spPr>
          <a:xfrm>
            <a:off x="104645" y="1885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19" name="Square"/>
          <p:cNvSpPr/>
          <p:nvPr/>
        </p:nvSpPr>
        <p:spPr>
          <a:xfrm>
            <a:off x="104645" y="20632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20" name="Square"/>
          <p:cNvSpPr/>
          <p:nvPr/>
        </p:nvSpPr>
        <p:spPr>
          <a:xfrm>
            <a:off x="104645" y="2241091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21" name="Square"/>
          <p:cNvSpPr/>
          <p:nvPr/>
        </p:nvSpPr>
        <p:spPr>
          <a:xfrm>
            <a:off x="104645" y="24179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22" name="Square"/>
          <p:cNvSpPr/>
          <p:nvPr/>
        </p:nvSpPr>
        <p:spPr>
          <a:xfrm>
            <a:off x="104645" y="2596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23" name="Square"/>
          <p:cNvSpPr/>
          <p:nvPr/>
        </p:nvSpPr>
        <p:spPr>
          <a:xfrm>
            <a:off x="104645" y="2774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24" name="Square"/>
          <p:cNvSpPr/>
          <p:nvPr/>
        </p:nvSpPr>
        <p:spPr>
          <a:xfrm>
            <a:off x="104645" y="2951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25" name="Square"/>
          <p:cNvSpPr/>
          <p:nvPr/>
        </p:nvSpPr>
        <p:spPr>
          <a:xfrm>
            <a:off x="104645" y="3129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26" name="Square"/>
          <p:cNvSpPr/>
          <p:nvPr/>
        </p:nvSpPr>
        <p:spPr>
          <a:xfrm>
            <a:off x="104645" y="3307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27" name="Square"/>
          <p:cNvSpPr/>
          <p:nvPr/>
        </p:nvSpPr>
        <p:spPr>
          <a:xfrm>
            <a:off x="104645" y="3484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28" name="Square"/>
          <p:cNvSpPr/>
          <p:nvPr/>
        </p:nvSpPr>
        <p:spPr>
          <a:xfrm>
            <a:off x="104645" y="366303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29" name="Square"/>
          <p:cNvSpPr/>
          <p:nvPr/>
        </p:nvSpPr>
        <p:spPr>
          <a:xfrm>
            <a:off x="104645" y="3840379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30" name="Square"/>
          <p:cNvSpPr/>
          <p:nvPr/>
        </p:nvSpPr>
        <p:spPr>
          <a:xfrm>
            <a:off x="104645" y="4018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31" name="Square"/>
          <p:cNvSpPr/>
          <p:nvPr/>
        </p:nvSpPr>
        <p:spPr>
          <a:xfrm>
            <a:off x="104645" y="4195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32" name="Square"/>
          <p:cNvSpPr/>
          <p:nvPr/>
        </p:nvSpPr>
        <p:spPr>
          <a:xfrm>
            <a:off x="104645" y="43742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33" name="Square"/>
          <p:cNvSpPr/>
          <p:nvPr/>
        </p:nvSpPr>
        <p:spPr>
          <a:xfrm>
            <a:off x="104645" y="4551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34" name="Square"/>
          <p:cNvSpPr/>
          <p:nvPr/>
        </p:nvSpPr>
        <p:spPr>
          <a:xfrm>
            <a:off x="104645" y="47298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35" name="Square"/>
          <p:cNvSpPr/>
          <p:nvPr/>
        </p:nvSpPr>
        <p:spPr>
          <a:xfrm>
            <a:off x="104645" y="49071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36" name="Square"/>
          <p:cNvSpPr/>
          <p:nvPr/>
        </p:nvSpPr>
        <p:spPr>
          <a:xfrm>
            <a:off x="104645" y="50854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37" name="Square"/>
          <p:cNvSpPr/>
          <p:nvPr/>
        </p:nvSpPr>
        <p:spPr>
          <a:xfrm>
            <a:off x="104645" y="52627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38" name="Square"/>
          <p:cNvSpPr/>
          <p:nvPr/>
        </p:nvSpPr>
        <p:spPr>
          <a:xfrm>
            <a:off x="104645" y="54410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39" name="Square"/>
          <p:cNvSpPr/>
          <p:nvPr/>
        </p:nvSpPr>
        <p:spPr>
          <a:xfrm>
            <a:off x="104645" y="56183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40" name="Square"/>
          <p:cNvSpPr/>
          <p:nvPr/>
        </p:nvSpPr>
        <p:spPr>
          <a:xfrm>
            <a:off x="104645" y="5796635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41" name="Square"/>
          <p:cNvSpPr/>
          <p:nvPr/>
        </p:nvSpPr>
        <p:spPr>
          <a:xfrm>
            <a:off x="104645" y="59739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42" name="Square"/>
          <p:cNvSpPr/>
          <p:nvPr/>
        </p:nvSpPr>
        <p:spPr>
          <a:xfrm>
            <a:off x="104645" y="615132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43" name="Square"/>
          <p:cNvSpPr/>
          <p:nvPr/>
        </p:nvSpPr>
        <p:spPr>
          <a:xfrm>
            <a:off x="104645" y="63295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44" name="Square"/>
          <p:cNvSpPr/>
          <p:nvPr/>
        </p:nvSpPr>
        <p:spPr>
          <a:xfrm>
            <a:off x="104645" y="6506924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2545" name="Square"/>
          <p:cNvSpPr/>
          <p:nvPr/>
        </p:nvSpPr>
        <p:spPr>
          <a:xfrm>
            <a:off x="104645" y="6685180"/>
            <a:ext cx="80330" cy="8033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4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700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C48ACD5A-B29E-0641-B117-5CD675C9DC5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001" y="458034"/>
            <a:ext cx="10929134" cy="467788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500" b="1" i="0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87DFACD3-0E80-2342-A452-7F1F64C6160A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44838" y="6581890"/>
            <a:ext cx="587223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833434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429951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6917CCF-5BD8-C440-BF67-3734A57121EE}"/>
              </a:ext>
            </a:extLst>
          </p:cNvPr>
          <p:cNvSpPr/>
          <p:nvPr userDrawn="1"/>
        </p:nvSpPr>
        <p:spPr>
          <a:xfrm>
            <a:off x="-4233" y="1324"/>
            <a:ext cx="298087" cy="6855354"/>
          </a:xfrm>
          <a:prstGeom prst="rect">
            <a:avLst/>
          </a:prstGeom>
          <a:solidFill>
            <a:srgbClr val="008FBE"/>
          </a:solidFill>
          <a:ln w="12700">
            <a:miter lim="400000"/>
          </a:ln>
        </p:spPr>
        <p:txBody>
          <a:bodyPr lIns="35714" tIns="35714" rIns="35714" bIns="35714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35361839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">
    <p:bg>
      <p:bgPr>
        <a:gradFill flip="none" rotWithShape="1">
          <a:gsLst>
            <a:gs pos="44000">
              <a:schemeClr val="bg1"/>
            </a:gs>
            <a:gs pos="66000">
              <a:schemeClr val="accent3">
                <a:lumMod val="5000"/>
                <a:lumOff val="95000"/>
              </a:schemeClr>
            </a:gs>
            <a:gs pos="100000">
              <a:schemeClr val="bg1">
                <a:lumMod val="89911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02" y="6581566"/>
            <a:ext cx="156332" cy="158325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B7B0361F-03AB-1442-8CAF-717D4606B4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925" y="451156"/>
            <a:ext cx="7725892" cy="40308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2200" b="1" i="0" cap="all" baseline="0">
                <a:ln>
                  <a:noFill/>
                </a:ln>
                <a:solidFill>
                  <a:schemeClr val="tx1"/>
                </a:solidFill>
                <a:latin typeface="DIN Offc Pro Black" panose="020B0504020101020102" pitchFamily="34" charset="0"/>
              </a:defRPr>
            </a:lvl1pPr>
            <a:lvl2pPr marL="222206" indent="0">
              <a:buFontTx/>
              <a:buNone/>
              <a:defRPr/>
            </a:lvl2pPr>
            <a:lvl3pPr marL="444411" indent="0">
              <a:buFontTx/>
              <a:buNone/>
              <a:defRPr/>
            </a:lvl3pPr>
            <a:lvl4pPr marL="666617" indent="0">
              <a:buFontTx/>
              <a:buNone/>
              <a:defRPr/>
            </a:lvl4pPr>
            <a:lvl5pPr marL="888822" indent="0">
              <a:buFontTx/>
              <a:buNone/>
              <a:defRPr/>
            </a:lvl5pPr>
          </a:lstStyle>
          <a:p>
            <a:pPr lvl="0"/>
            <a:r>
              <a:rPr lang="en-US"/>
              <a:t>SLIDE TITLE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3EAC9D5-BA47-904F-8C2A-B3CBC0DA468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406452" y="6566678"/>
            <a:ext cx="624347" cy="216346"/>
          </a:xfrm>
          <a:prstGeom prst="rect">
            <a:avLst/>
          </a:prstGeom>
        </p:spPr>
        <p:txBody>
          <a:bodyPr wrap="square"/>
          <a:lstStyle>
            <a:lvl1pPr algn="r">
              <a:defRPr sz="900">
                <a:latin typeface="DIN Offc Pro"/>
                <a:ea typeface="DIN Offc Pro"/>
                <a:cs typeface="DIN Offc Pro"/>
                <a:sym typeface="DIN Offc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2" name="Image" descr="Image">
            <a:extLst>
              <a:ext uri="{FF2B5EF4-FFF2-40B4-BE49-F238E27FC236}">
                <a16:creationId xmlns:a16="http://schemas.microsoft.com/office/drawing/2014/main" id="{AB26A8F7-F909-ACF8-77AD-B8E7668EE3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464" y="1"/>
            <a:ext cx="76191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996B3661-14D1-BC48-2FC4-02B80BE0ADC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5207" y="1636959"/>
            <a:ext cx="6513583" cy="3195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="0" i="0" baseline="0">
                <a:latin typeface="DIN Offc Pro" panose="020B0504020101020102" pitchFamily="34" charset="0"/>
                <a:cs typeface="DIN Offc Pro" panose="020B0504020101020102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156859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33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5804E3-2028-4874-EDB9-FA6E4E7656F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633087" y="6642100"/>
            <a:ext cx="29543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 - Not for Public Consumption 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620718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</p:sldLayoutIdLst>
  <p:hf hdr="0" ftr="0" dt="0"/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0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10B15C-7BAD-5782-4397-9F0085E81D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91086" y="1377384"/>
            <a:ext cx="5214383" cy="3037299"/>
          </a:xfrm>
        </p:spPr>
        <p:txBody>
          <a:bodyPr/>
          <a:lstStyle/>
          <a:p>
            <a:pPr algn="r"/>
            <a:r>
              <a:rPr lang="en-IN" sz="7200" b="1" dirty="0"/>
              <a:t>Campaign URL Validator</a:t>
            </a:r>
            <a:br>
              <a:rPr lang="en-IN" sz="7200" b="1" dirty="0"/>
            </a:br>
            <a:endParaRPr lang="en-GB" sz="72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903442-7484-D90B-EA7C-0F861DE13C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91086" y="4924492"/>
            <a:ext cx="5214383" cy="319556"/>
          </a:xfrm>
        </p:spPr>
        <p:txBody>
          <a:bodyPr/>
          <a:lstStyle/>
          <a:p>
            <a:pPr algn="ctr"/>
            <a:r>
              <a:rPr lang="en-IN" dirty="0"/>
              <a:t>TMNA – RAPP</a:t>
            </a:r>
          </a:p>
        </p:txBody>
      </p:sp>
    </p:spTree>
    <p:extLst>
      <p:ext uri="{BB962C8B-B14F-4D97-AF65-F5344CB8AC3E}">
        <p14:creationId xmlns:p14="http://schemas.microsoft.com/office/powerpoint/2010/main" val="2777785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D81A72-5A9C-0AB1-F5FD-24D5952A791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ABAB85-EAE8-1D03-6AF7-F85AFC41A12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E35B1C-5EBA-644A-813B-08321A458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671" y="1093891"/>
            <a:ext cx="1446657" cy="10477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7FA6AB-160D-DA2D-EF2A-12C7DBE62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925" y="2478024"/>
            <a:ext cx="4094213" cy="19019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B92824-B268-56C4-869B-8135FA6D9F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7864" y="2478024"/>
            <a:ext cx="4053656" cy="1901952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879EA9D-7176-018D-6DE8-FECFC4FFA3E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79925" y="4498848"/>
            <a:ext cx="4094213" cy="2359152"/>
          </a:xfrm>
        </p:spPr>
        <p:txBody>
          <a:bodyPr/>
          <a:lstStyle/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050" dirty="0">
                <a:latin typeface="Segoe UI" panose="020B0502040204020203" pitchFamily="34" charset="0"/>
              </a:rPr>
              <a:t>https://www.swickardtoyota.com/service-appointment/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050" dirty="0">
                <a:latin typeface="Segoe UI" panose="020B0502040204020203" pitchFamily="34" charset="0"/>
              </a:rPr>
              <a:t>Website URL may contain issues </a:t>
            </a:r>
          </a:p>
          <a:p>
            <a:pPr marL="857113" lvl="1" indent="-171450" fontAlgn="t">
              <a:lnSpc>
                <a:spcPts val="1500"/>
              </a:lnSpc>
            </a:pPr>
            <a:r>
              <a:rPr lang="en-IN" sz="1000" dirty="0">
                <a:latin typeface="Segoe UI" panose="020B0502040204020203" pitchFamily="34" charset="0"/>
              </a:rPr>
              <a:t>404 Not Found</a:t>
            </a:r>
          </a:p>
          <a:p>
            <a:pPr marL="857113" lvl="1" indent="-171450" fontAlgn="t">
              <a:lnSpc>
                <a:spcPts val="1500"/>
              </a:lnSpc>
            </a:pPr>
            <a:r>
              <a:rPr lang="en-IN" sz="1000" dirty="0">
                <a:latin typeface="Segoe UI" panose="020B0502040204020203" pitchFamily="34" charset="0"/>
              </a:rPr>
              <a:t>UTM parameters dropped on load</a:t>
            </a:r>
          </a:p>
          <a:p>
            <a:pPr marL="857113" lvl="1" indent="-171450" fontAlgn="t">
              <a:lnSpc>
                <a:spcPts val="1500"/>
              </a:lnSpc>
            </a:pPr>
            <a:r>
              <a:rPr lang="en-IN" sz="1000" dirty="0">
                <a:latin typeface="Segoe UI" panose="020B0502040204020203" pitchFamily="34" charset="0"/>
              </a:rPr>
              <a:t>…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050" dirty="0">
                <a:latin typeface="Segoe UI" panose="020B0502040204020203" pitchFamily="34" charset="0"/>
              </a:rPr>
              <a:t>1268 Toyota dealer websites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899E34E-9BF4-DD47-C1C9-F8811B108EE8}"/>
              </a:ext>
            </a:extLst>
          </p:cNvPr>
          <p:cNvCxnSpPr>
            <a:cxnSpLocks/>
          </p:cNvCxnSpPr>
          <p:nvPr/>
        </p:nvCxnSpPr>
        <p:spPr>
          <a:xfrm>
            <a:off x="4473068" y="3429000"/>
            <a:ext cx="3245864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DD39FE1-A51D-5C95-3904-7EFCD214EC99}"/>
              </a:ext>
            </a:extLst>
          </p:cNvPr>
          <p:cNvSpPr txBox="1">
            <a:spLocks/>
          </p:cNvSpPr>
          <p:nvPr/>
        </p:nvSpPr>
        <p:spPr>
          <a:xfrm>
            <a:off x="7817862" y="4498848"/>
            <a:ext cx="4094213" cy="2359152"/>
          </a:xfrm>
          <a:prstGeom prst="rect">
            <a:avLst/>
          </a:prstGeom>
        </p:spPr>
        <p:txBody>
          <a:bodyPr/>
          <a:lstStyle>
            <a:lvl1pPr marL="0" indent="0" algn="l" defTabSz="914217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500" b="0" i="0" kern="1200" baseline="0">
                <a:solidFill>
                  <a:schemeClr val="tx1"/>
                </a:solidFill>
                <a:latin typeface="DIN Offc Pro" panose="020B0504020101020102" pitchFamily="34" charset="0"/>
                <a:ea typeface="+mn-ea"/>
                <a:cs typeface="DIN Offc Pro" panose="020B0504020101020102" pitchFamily="34" charset="0"/>
              </a:defRPr>
            </a:lvl1pPr>
            <a:lvl2pPr marL="685663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71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80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989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097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06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14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423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050" dirty="0">
                <a:latin typeface="Segoe UI" panose="020B0502040204020203" pitchFamily="34" charset="0"/>
              </a:rPr>
              <a:t>Initial website URL issue identified &amp; documented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050" dirty="0">
                <a:latin typeface="Segoe UI" panose="020B0502040204020203" pitchFamily="34" charset="0"/>
              </a:rPr>
              <a:t>Alternative URL proposed</a:t>
            </a:r>
          </a:p>
          <a:p>
            <a:pPr marL="857113" lvl="1" indent="-171450" fontAlgn="t">
              <a:lnSpc>
                <a:spcPts val="1500"/>
              </a:lnSpc>
            </a:pPr>
            <a:r>
              <a:rPr lang="en-IN" sz="1000" dirty="0">
                <a:latin typeface="Segoe UI" panose="020B0502040204020203" pitchFamily="34" charset="0"/>
              </a:rPr>
              <a:t>https://www.swickardtoyota.com/service-center.html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endParaRPr lang="en-IN" sz="1050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527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F50BC-0398-6AAB-044C-84670368E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251689F-38BD-31C3-1B19-EC1126325F0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IN" dirty="0"/>
              <a:t>Automated approach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916D5A-6247-9849-054B-D1587A9145F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3</a:t>
            </a:fld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F89D0-7873-0D8C-447C-1FFEB5F58E4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25207" y="1636958"/>
            <a:ext cx="11279697" cy="4929719"/>
          </a:xfrm>
        </p:spPr>
        <p:txBody>
          <a:bodyPr/>
          <a:lstStyle/>
          <a:p>
            <a:pPr fontAlgn="t">
              <a:lnSpc>
                <a:spcPts val="1500"/>
              </a:lnSpc>
            </a:pPr>
            <a:r>
              <a:rPr lang="en-IN" sz="1600" b="1" dirty="0">
                <a:latin typeface="Segoe UI" panose="020B0502040204020203" pitchFamily="34" charset="0"/>
              </a:rPr>
              <a:t>Manual QA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Segoe UI" panose="020B0502040204020203" pitchFamily="34" charset="0"/>
              </a:rPr>
              <a:t>1268 URLs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Segoe UI" panose="020B0502040204020203" pitchFamily="34" charset="0"/>
              </a:rPr>
              <a:t>~1 week of manual check &amp; documentation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</a:pPr>
            <a:endParaRPr lang="en-IN" sz="1600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</a:pPr>
            <a:r>
              <a:rPr lang="en-IN" sz="1600" b="1" dirty="0">
                <a:latin typeface="Segoe UI" panose="020B0502040204020203" pitchFamily="34" charset="0"/>
              </a:rPr>
              <a:t>Automated QA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Segoe UI" panose="020B0502040204020203" pitchFamily="34" charset="0"/>
              </a:rPr>
              <a:t>1268 URLs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Segoe UI" panose="020B0502040204020203" pitchFamily="34" charset="0"/>
              </a:rPr>
              <a:t>~2 hours of automated check &amp; QA documentation auto-generated</a:t>
            </a:r>
          </a:p>
        </p:txBody>
      </p:sp>
    </p:spTree>
    <p:extLst>
      <p:ext uri="{BB962C8B-B14F-4D97-AF65-F5344CB8AC3E}">
        <p14:creationId xmlns:p14="http://schemas.microsoft.com/office/powerpoint/2010/main" val="1993952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B519F1-CD22-E368-104C-A3DBB90AB89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IN" dirty="0">
                <a:latin typeface="DIN Offc Pro Black" panose="020B0504020101020102"/>
              </a:rPr>
              <a:t>workflow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38B43A-40F0-5D15-A915-4C03C099A5D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4</a:t>
            </a:fld>
            <a:endParaRPr lang="en-IN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4BEB859-F244-3090-5CC3-5D10F3C10D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8484941"/>
              </p:ext>
            </p:extLst>
          </p:nvPr>
        </p:nvGraphicFramePr>
        <p:xfrm>
          <a:off x="525207" y="719666"/>
          <a:ext cx="11386868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830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5C19D-02D0-923E-0E1D-B48E46A76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4B3A7C-2B03-9CAF-0ED4-AC9F3F1A4AC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5</a:t>
            </a:fld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9948B-8CDD-837C-6708-CD67CDC42C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4147" y="1129284"/>
            <a:ext cx="11343705" cy="4599431"/>
          </a:xfrm>
        </p:spPr>
        <p:txBody>
          <a:bodyPr/>
          <a:lstStyle/>
          <a:p>
            <a:pPr algn="ctr" fontAlgn="t">
              <a:lnSpc>
                <a:spcPts val="1500"/>
              </a:lnSpc>
            </a:pPr>
            <a:endParaRPr lang="en-IN" sz="6000" b="1" dirty="0">
              <a:latin typeface="Segoe UI" panose="020B0502040204020203" pitchFamily="34" charset="0"/>
            </a:endParaRPr>
          </a:p>
          <a:p>
            <a:pPr algn="ctr" fontAlgn="t">
              <a:lnSpc>
                <a:spcPts val="1500"/>
              </a:lnSpc>
            </a:pPr>
            <a:endParaRPr lang="en-IN" sz="6000" b="1" dirty="0">
              <a:latin typeface="Segoe UI" panose="020B0502040204020203" pitchFamily="34" charset="0"/>
            </a:endParaRPr>
          </a:p>
          <a:p>
            <a:pPr algn="ctr" fontAlgn="t">
              <a:lnSpc>
                <a:spcPts val="1500"/>
              </a:lnSpc>
            </a:pPr>
            <a:endParaRPr lang="en-IN" sz="6000" b="1" dirty="0">
              <a:latin typeface="Segoe UI" panose="020B0502040204020203" pitchFamily="34" charset="0"/>
            </a:endParaRPr>
          </a:p>
          <a:p>
            <a:pPr algn="ctr" fontAlgn="t">
              <a:lnSpc>
                <a:spcPts val="1500"/>
              </a:lnSpc>
            </a:pPr>
            <a:endParaRPr lang="en-IN" sz="6000" b="1" dirty="0">
              <a:latin typeface="Segoe UI" panose="020B0502040204020203" pitchFamily="34" charset="0"/>
            </a:endParaRPr>
          </a:p>
          <a:p>
            <a:pPr algn="ctr" fontAlgn="t">
              <a:lnSpc>
                <a:spcPts val="1500"/>
              </a:lnSpc>
            </a:pPr>
            <a:endParaRPr lang="en-IN" sz="6000" b="1" dirty="0">
              <a:latin typeface="Segoe UI" panose="020B0502040204020203" pitchFamily="34" charset="0"/>
            </a:endParaRPr>
          </a:p>
          <a:p>
            <a:pPr algn="ctr" fontAlgn="t">
              <a:lnSpc>
                <a:spcPts val="1500"/>
              </a:lnSpc>
            </a:pPr>
            <a:endParaRPr lang="en-IN" sz="6000" b="1" dirty="0">
              <a:latin typeface="Segoe UI" panose="020B0502040204020203" pitchFamily="34" charset="0"/>
            </a:endParaRPr>
          </a:p>
          <a:p>
            <a:pPr algn="ctr" fontAlgn="t">
              <a:lnSpc>
                <a:spcPts val="1500"/>
              </a:lnSpc>
            </a:pPr>
            <a:endParaRPr lang="en-IN" sz="6000" b="1" dirty="0">
              <a:latin typeface="Segoe UI" panose="020B0502040204020203" pitchFamily="34" charset="0"/>
            </a:endParaRPr>
          </a:p>
          <a:p>
            <a:pPr algn="ctr" fontAlgn="t">
              <a:lnSpc>
                <a:spcPts val="1500"/>
              </a:lnSpc>
            </a:pPr>
            <a:r>
              <a:rPr lang="en-IN" sz="6000" b="1" dirty="0">
                <a:latin typeface="Segoe UI" panose="020B0502040204020203" pitchFamily="34" charset="0"/>
              </a:rPr>
              <a:t>Demo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2559312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C7336C-B2A1-8D1C-94B0-CD474F13C93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IN" dirty="0"/>
              <a:t>FUTURE Enhancement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BC0A0A-9AF2-CF3F-2B78-140F41A2627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6</a:t>
            </a:fld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068E4B-018A-4917-A296-0F9905E675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25207" y="1636958"/>
            <a:ext cx="11343705" cy="4929719"/>
          </a:xfrm>
        </p:spPr>
        <p:txBody>
          <a:bodyPr/>
          <a:lstStyle/>
          <a:p>
            <a:pPr fontAlgn="t">
              <a:lnSpc>
                <a:spcPts val="1500"/>
              </a:lnSpc>
            </a:pPr>
            <a:r>
              <a:rPr lang="en-IN" sz="1600" b="1" dirty="0">
                <a:latin typeface="DIN Offc Pro Black" panose="020B0504020101020102"/>
              </a:rPr>
              <a:t>Priority 1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DIN Offc Pro Black" panose="020B0504020101020102"/>
              </a:rPr>
              <a:t>Homepage Scheduler Detection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DIN Offc Pro Black" panose="020B0504020101020102"/>
              </a:rPr>
              <a:t>Enhanced Page Load Error Classification (403 vs 404 vs 5xx)</a:t>
            </a:r>
          </a:p>
          <a:p>
            <a:pPr fontAlgn="t">
              <a:lnSpc>
                <a:spcPts val="1500"/>
              </a:lnSpc>
            </a:pPr>
            <a:endParaRPr lang="en-IN" sz="1600" dirty="0">
              <a:latin typeface="DIN Offc Pro Black" panose="020B0504020101020102"/>
            </a:endParaRPr>
          </a:p>
          <a:p>
            <a:pPr fontAlgn="t">
              <a:lnSpc>
                <a:spcPts val="1500"/>
              </a:lnSpc>
            </a:pPr>
            <a:r>
              <a:rPr lang="en-IN" sz="1600" b="1" dirty="0">
                <a:latin typeface="DIN Offc Pro Black" panose="020B0504020101020102"/>
              </a:rPr>
              <a:t>Priority 2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DIN Offc Pro Black" panose="020B0504020101020102"/>
              </a:rPr>
              <a:t>Improve Suggested URL Confidence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DIN Offc Pro Black" panose="020B0504020101020102"/>
              </a:rPr>
              <a:t>Expand Scheduler Domain Library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DIN Offc Pro Black" panose="020B0504020101020102"/>
              </a:rPr>
              <a:t>Dashboard Reporting</a:t>
            </a:r>
          </a:p>
        </p:txBody>
      </p:sp>
    </p:spTree>
    <p:extLst>
      <p:ext uri="{BB962C8B-B14F-4D97-AF65-F5344CB8AC3E}">
        <p14:creationId xmlns:p14="http://schemas.microsoft.com/office/powerpoint/2010/main" val="2412586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861487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prstDash val="sysDash"/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RAPPIO-CWW_DENG" id="{EF0DC578-1E2C-7944-BB4D-090254CE6D3B}" vid="{A259BA7C-3751-D94E-B626-CD8F6C8471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763F19F03E6B4EA7DDBC1FD77AA07A" ma:contentTypeVersion="17" ma:contentTypeDescription="Create a new document." ma:contentTypeScope="" ma:versionID="8eb99103bb6cb61ace4435719095cdfd">
  <xsd:schema xmlns:xsd="http://www.w3.org/2001/XMLSchema" xmlns:xs="http://www.w3.org/2001/XMLSchema" xmlns:p="http://schemas.microsoft.com/office/2006/metadata/properties" xmlns:ns2="24aad6ed-8e98-4740-9b59-fe529d18aeae" xmlns:ns3="449e88a4-9832-4738-af2d-59c8499ac3ac" xmlns:ns4="02d12187-754c-41a9-9e93-c3e1cfacc155" targetNamespace="http://schemas.microsoft.com/office/2006/metadata/properties" ma:root="true" ma:fieldsID="5e779933530d824a3ed5e65b048b4e87" ns2:_="" ns3:_="" ns4:_="">
    <xsd:import namespace="24aad6ed-8e98-4740-9b59-fe529d18aeae"/>
    <xsd:import namespace="449e88a4-9832-4738-af2d-59c8499ac3ac"/>
    <xsd:import namespace="02d12187-754c-41a9-9e93-c3e1cfacc1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aad6ed-8e98-4740-9b59-fe529d18ae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6a257fb-28f5-49c4-92c3-d49665e8e1d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9e88a4-9832-4738-af2d-59c8499ac3a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d12187-754c-41a9-9e93-c3e1cfacc155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13402016-8bd8-4d7c-92ac-73b3ca4a6dd1}" ma:internalName="TaxCatchAll" ma:showField="CatchAllData" ma:web="449e88a4-9832-4738-af2d-59c8499ac3a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4aad6ed-8e98-4740-9b59-fe529d18aeae">
      <Terms xmlns="http://schemas.microsoft.com/office/infopath/2007/PartnerControls"/>
    </lcf76f155ced4ddcb4097134ff3c332f>
    <TaxCatchAll xmlns="02d12187-754c-41a9-9e93-c3e1cfacc155" xsi:nil="true"/>
    <SharedWithUsers xmlns="449e88a4-9832-4738-af2d-59c8499ac3ac">
      <UserInfo>
        <DisplayName>Navish Khadooa (RAPP)</DisplayName>
        <AccountId>122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48E607E-7D23-4FF4-8693-9C0317EF5C7F}">
  <ds:schemaRefs>
    <ds:schemaRef ds:uri="02d12187-754c-41a9-9e93-c3e1cfacc155"/>
    <ds:schemaRef ds:uri="24aad6ed-8e98-4740-9b59-fe529d18aeae"/>
    <ds:schemaRef ds:uri="449e88a4-9832-4738-af2d-59c8499ac3a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03A7FE5-5FCC-46DC-AE20-899AF1385842}">
  <ds:schemaRefs>
    <ds:schemaRef ds:uri="02d12187-754c-41a9-9e93-c3e1cfacc155"/>
    <ds:schemaRef ds:uri="24aad6ed-8e98-4740-9b59-fe529d18aeae"/>
    <ds:schemaRef ds:uri="449e88a4-9832-4738-af2d-59c8499ac3a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287DAFD-8B36-4817-AD2C-D5B4592DE12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136</Words>
  <Application>Microsoft Office PowerPoint</Application>
  <PresentationFormat>Widescreen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DIN Condensed</vt:lpstr>
      <vt:lpstr>DIN Offc Pro</vt:lpstr>
      <vt:lpstr>DIN Offc Pro Black</vt:lpstr>
      <vt:lpstr>DIN Offc Pro Light</vt:lpstr>
      <vt:lpstr>Segoe UI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Avinash Gopal (RAPP)</dc:creator>
  <cp:lastModifiedBy>Bhavesh Rughooputh (Omnicom)</cp:lastModifiedBy>
  <cp:revision>39</cp:revision>
  <dcterms:created xsi:type="dcterms:W3CDTF">2023-06-01T07:36:08Z</dcterms:created>
  <dcterms:modified xsi:type="dcterms:W3CDTF">2026-07-29T08:01:02Z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0x0101002F763F19F03E6B4EA7DDBC1FD77AA07A</vt:lpwstr>
  </property>
  <property fmtid="{D5CDD505-2E9C-101B-9397-08002B2CF9AE}" pid="3" name="MediaServiceImageTags">
    <vt:lpwstr/>
  </property>
  <property fmtid="{D5CDD505-2E9C-101B-9397-08002B2CF9AE}" pid="4" name="MSIP_Label_8e19d756-792e-42a1-bcad-4cb9051ddd2d_Enabled">
    <vt:lpwstr>true</vt:lpwstr>
  </property>
  <property fmtid="{D5CDD505-2E9C-101B-9397-08002B2CF9AE}" pid="5" name="MSIP_Label_8e19d756-792e-42a1-bcad-4cb9051ddd2d_SetDate">
    <vt:lpwstr>2024-07-26T05:34:47Z</vt:lpwstr>
  </property>
  <property fmtid="{D5CDD505-2E9C-101B-9397-08002B2CF9AE}" pid="6" name="MSIP_Label_8e19d756-792e-42a1-bcad-4cb9051ddd2d_Method">
    <vt:lpwstr>Standard</vt:lpwstr>
  </property>
  <property fmtid="{D5CDD505-2E9C-101B-9397-08002B2CF9AE}" pid="7" name="MSIP_Label_8e19d756-792e-42a1-bcad-4cb9051ddd2d_Name">
    <vt:lpwstr>Confidential</vt:lpwstr>
  </property>
  <property fmtid="{D5CDD505-2E9C-101B-9397-08002B2CF9AE}" pid="8" name="MSIP_Label_8e19d756-792e-42a1-bcad-4cb9051ddd2d_SiteId">
    <vt:lpwstr>41eb501a-f671-4ce0-a5bf-b64168c3705f</vt:lpwstr>
  </property>
  <property fmtid="{D5CDD505-2E9C-101B-9397-08002B2CF9AE}" pid="9" name="MSIP_Label_8e19d756-792e-42a1-bcad-4cb9051ddd2d_ActionId">
    <vt:lpwstr>6c346420-f8a0-4338-9542-c1bdd1c94e13</vt:lpwstr>
  </property>
  <property fmtid="{D5CDD505-2E9C-101B-9397-08002B2CF9AE}" pid="10" name="MSIP_Label_8e19d756-792e-42a1-bcad-4cb9051ddd2d_ContentBits">
    <vt:lpwstr>2</vt:lpwstr>
  </property>
  <property fmtid="{D5CDD505-2E9C-101B-9397-08002B2CF9AE}" pid="11" name="ClassificationContentMarkingFooterLocations">
    <vt:lpwstr>1_Office Theme:3</vt:lpwstr>
  </property>
  <property fmtid="{D5CDD505-2E9C-101B-9397-08002B2CF9AE}" pid="12" name="ClassificationContentMarkingFooterText">
    <vt:lpwstr>Confidential - Not for Public Consumption or Distribution</vt:lpwstr>
  </property>
</Properties>
</file>