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13394" r:id="rId5"/>
    <p:sldId id="13424" r:id="rId6"/>
    <p:sldId id="13427" r:id="rId7"/>
    <p:sldId id="13426" r:id="rId8"/>
    <p:sldId id="13419" r:id="rId9"/>
    <p:sldId id="13428" r:id="rId10"/>
    <p:sldId id="13429" r:id="rId11"/>
    <p:sldId id="13431" r:id="rId12"/>
    <p:sldId id="13423" r:id="rId13"/>
    <p:sldId id="13430" r:id="rId14"/>
    <p:sldId id="13433" r:id="rId15"/>
    <p:sldId id="13422" r:id="rId16"/>
    <p:sldId id="13432" r:id="rId17"/>
    <p:sldId id="13421" r:id="rId18"/>
    <p:sldId id="13420" r:id="rId19"/>
  </p:sldIdLst>
  <p:sldSz cx="12192000" cy="6858000"/>
  <p:notesSz cx="6858000" cy="9144000"/>
  <p:defaultTextStyle>
    <a:defPPr>
      <a:defRPr lang="en-M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3466EA3-D906-4DE4-850F-E7B373F2F0AB}">
          <p14:sldIdLst>
            <p14:sldId id="13394"/>
            <p14:sldId id="13424"/>
            <p14:sldId id="13427"/>
            <p14:sldId id="13426"/>
            <p14:sldId id="13419"/>
            <p14:sldId id="13428"/>
            <p14:sldId id="13429"/>
            <p14:sldId id="13431"/>
            <p14:sldId id="13423"/>
            <p14:sldId id="13430"/>
            <p14:sldId id="13433"/>
            <p14:sldId id="13422"/>
            <p14:sldId id="13432"/>
          </p14:sldIdLst>
        </p14:section>
        <p14:section name="Appendix" id="{E09DCD6A-BE56-4EAE-A9E0-A67EE9448F9B}">
          <p14:sldIdLst>
            <p14:sldId id="13421"/>
            <p14:sldId id="1342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871F3E-447F-45DF-6BF0-F0A18B8A5A77}" v="1" dt="2026-07-28T12:40:34.478"/>
    <p1510:client id="{767927F1-9275-43FF-872A-0531B1F0D035}" v="207" dt="2026-07-28T13:19:58.4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v Rustagi (Omnicom)" userId="a97e4f16-7c3b-498c-a830-179534a05c22" providerId="ADAL" clId="{2AF016CB-4C87-4A6E-8B88-0C38CE30F351}"/>
    <pc:docChg chg="undo custSel addSld delSld modSld sldOrd addSection modSection">
      <pc:chgData name="Arnav Rustagi (Omnicom)" userId="a97e4f16-7c3b-498c-a830-179534a05c22" providerId="ADAL" clId="{2AF016CB-4C87-4A6E-8B88-0C38CE30F351}" dt="2026-07-28T17:00:03.460" v="2282"/>
      <pc:docMkLst>
        <pc:docMk/>
      </pc:docMkLst>
      <pc:sldChg chg="modSp mod">
        <pc:chgData name="Arnav Rustagi (Omnicom)" userId="a97e4f16-7c3b-498c-a830-179534a05c22" providerId="ADAL" clId="{2AF016CB-4C87-4A6E-8B88-0C38CE30F351}" dt="2026-07-27T16:18:42.607" v="7" actId="20577"/>
        <pc:sldMkLst>
          <pc:docMk/>
          <pc:sldMk cId="2777785388" sldId="13394"/>
        </pc:sldMkLst>
        <pc:spChg chg="mod">
          <ac:chgData name="Arnav Rustagi (Omnicom)" userId="a97e4f16-7c3b-498c-a830-179534a05c22" providerId="ADAL" clId="{2AF016CB-4C87-4A6E-8B88-0C38CE30F351}" dt="2026-07-27T16:17:58.472" v="1" actId="14100"/>
          <ac:spMkLst>
            <pc:docMk/>
            <pc:sldMk cId="2777785388" sldId="13394"/>
            <ac:spMk id="4" creationId="{D010B15C-7BAD-5782-4397-9F0085E81D23}"/>
          </ac:spMkLst>
        </pc:spChg>
        <pc:spChg chg="mod">
          <ac:chgData name="Arnav Rustagi (Omnicom)" userId="a97e4f16-7c3b-498c-a830-179534a05c22" providerId="ADAL" clId="{2AF016CB-4C87-4A6E-8B88-0C38CE30F351}" dt="2026-07-27T16:18:42.607" v="7" actId="20577"/>
          <ac:spMkLst>
            <pc:docMk/>
            <pc:sldMk cId="2777785388" sldId="13394"/>
            <ac:spMk id="6" creationId="{53903442-7484-D90B-EA7C-0F861DE13CBD}"/>
          </ac:spMkLst>
        </pc:spChg>
      </pc:sldChg>
      <pc:sldChg chg="modSp del mod">
        <pc:chgData name="Arnav Rustagi (Omnicom)" userId="a97e4f16-7c3b-498c-a830-179534a05c22" providerId="ADAL" clId="{2AF016CB-4C87-4A6E-8B88-0C38CE30F351}" dt="2026-07-28T09:43:35.883" v="1505" actId="47"/>
        <pc:sldMkLst>
          <pc:docMk/>
          <pc:sldMk cId="654107338" sldId="13415"/>
        </pc:sldMkLst>
        <pc:spChg chg="mod">
          <ac:chgData name="Arnav Rustagi (Omnicom)" userId="a97e4f16-7c3b-498c-a830-179534a05c22" providerId="ADAL" clId="{2AF016CB-4C87-4A6E-8B88-0C38CE30F351}" dt="2026-07-28T09:42:16.406" v="1496" actId="20577"/>
          <ac:spMkLst>
            <pc:docMk/>
            <pc:sldMk cId="654107338" sldId="13415"/>
            <ac:spMk id="3" creationId="{2C2664DB-DA48-3C27-0F85-9D821AF15BB2}"/>
          </ac:spMkLst>
        </pc:spChg>
        <pc:spChg chg="mod">
          <ac:chgData name="Arnav Rustagi (Omnicom)" userId="a97e4f16-7c3b-498c-a830-179534a05c22" providerId="ADAL" clId="{2AF016CB-4C87-4A6E-8B88-0C38CE30F351}" dt="2026-07-28T09:42:05.216" v="1495" actId="255"/>
          <ac:spMkLst>
            <pc:docMk/>
            <pc:sldMk cId="654107338" sldId="13415"/>
            <ac:spMk id="4" creationId="{62C461AB-3C64-ED64-A182-2A903701768B}"/>
          </ac:spMkLst>
        </pc:spChg>
      </pc:sldChg>
      <pc:sldChg chg="addSp delSp modSp new del mod">
        <pc:chgData name="Arnav Rustagi (Omnicom)" userId="a97e4f16-7c3b-498c-a830-179534a05c22" providerId="ADAL" clId="{2AF016CB-4C87-4A6E-8B88-0C38CE30F351}" dt="2026-07-27T17:43:04.920" v="886" actId="47"/>
        <pc:sldMkLst>
          <pc:docMk/>
          <pc:sldMk cId="3405161019" sldId="13416"/>
        </pc:sldMkLst>
        <pc:spChg chg="mod">
          <ac:chgData name="Arnav Rustagi (Omnicom)" userId="a97e4f16-7c3b-498c-a830-179534a05c22" providerId="ADAL" clId="{2AF016CB-4C87-4A6E-8B88-0C38CE30F351}" dt="2026-07-27T16:35:27.999" v="311"/>
          <ac:spMkLst>
            <pc:docMk/>
            <pc:sldMk cId="3405161019" sldId="13416"/>
            <ac:spMk id="2" creationId="{5CE7283B-9C55-B589-F6FB-FFB3022B1E45}"/>
          </ac:spMkLst>
        </pc:spChg>
        <pc:spChg chg="mod">
          <ac:chgData name="Arnav Rustagi (Omnicom)" userId="a97e4f16-7c3b-498c-a830-179534a05c22" providerId="ADAL" clId="{2AF016CB-4C87-4A6E-8B88-0C38CE30F351}" dt="2026-07-27T17:11:02.261" v="724" actId="207"/>
          <ac:spMkLst>
            <pc:docMk/>
            <pc:sldMk cId="3405161019" sldId="13416"/>
            <ac:spMk id="4" creationId="{0591F66B-08E4-CB55-6CFD-97169FDF7587}"/>
          </ac:spMkLst>
        </pc:spChg>
        <pc:spChg chg="add del mod">
          <ac:chgData name="Arnav Rustagi (Omnicom)" userId="a97e4f16-7c3b-498c-a830-179534a05c22" providerId="ADAL" clId="{2AF016CB-4C87-4A6E-8B88-0C38CE30F351}" dt="2026-07-27T16:38:26.389" v="339" actId="478"/>
          <ac:spMkLst>
            <pc:docMk/>
            <pc:sldMk cId="3405161019" sldId="13416"/>
            <ac:spMk id="5" creationId="{9092E677-6111-B076-B77A-6DC3D723A287}"/>
          </ac:spMkLst>
        </pc:spChg>
        <pc:spChg chg="add mod">
          <ac:chgData name="Arnav Rustagi (Omnicom)" userId="a97e4f16-7c3b-498c-a830-179534a05c22" providerId="ADAL" clId="{2AF016CB-4C87-4A6E-8B88-0C38CE30F351}" dt="2026-07-27T17:11:08.247" v="725" actId="207"/>
          <ac:spMkLst>
            <pc:docMk/>
            <pc:sldMk cId="3405161019" sldId="13416"/>
            <ac:spMk id="6" creationId="{D740ECEB-3612-4ECF-7CF6-13D10C13F578}"/>
          </ac:spMkLst>
        </pc:spChg>
        <pc:spChg chg="add mod">
          <ac:chgData name="Arnav Rustagi (Omnicom)" userId="a97e4f16-7c3b-498c-a830-179534a05c22" providerId="ADAL" clId="{2AF016CB-4C87-4A6E-8B88-0C38CE30F351}" dt="2026-07-27T17:11:13.932" v="726" actId="207"/>
          <ac:spMkLst>
            <pc:docMk/>
            <pc:sldMk cId="3405161019" sldId="13416"/>
            <ac:spMk id="8" creationId="{50BC992C-6C35-2E56-B4DC-A876A748659C}"/>
          </ac:spMkLst>
        </pc:spChg>
        <pc:spChg chg="add del">
          <ac:chgData name="Arnav Rustagi (Omnicom)" userId="a97e4f16-7c3b-498c-a830-179534a05c22" providerId="ADAL" clId="{2AF016CB-4C87-4A6E-8B88-0C38CE30F351}" dt="2026-07-27T16:40:51.213" v="353" actId="22"/>
          <ac:spMkLst>
            <pc:docMk/>
            <pc:sldMk cId="3405161019" sldId="13416"/>
            <ac:spMk id="10" creationId="{13E8D11D-3122-939D-65A8-2DF6B130DD6D}"/>
          </ac:spMkLst>
        </pc:spChg>
        <pc:spChg chg="add mod">
          <ac:chgData name="Arnav Rustagi (Omnicom)" userId="a97e4f16-7c3b-498c-a830-179534a05c22" providerId="ADAL" clId="{2AF016CB-4C87-4A6E-8B88-0C38CE30F351}" dt="2026-07-27T17:26:26.303" v="748" actId="14100"/>
          <ac:spMkLst>
            <pc:docMk/>
            <pc:sldMk cId="3405161019" sldId="13416"/>
            <ac:spMk id="12" creationId="{561FCEB5-ECB4-B64C-53DC-A5CD880C33FD}"/>
          </ac:spMkLst>
        </pc:spChg>
        <pc:spChg chg="add mod">
          <ac:chgData name="Arnav Rustagi (Omnicom)" userId="a97e4f16-7c3b-498c-a830-179534a05c22" providerId="ADAL" clId="{2AF016CB-4C87-4A6E-8B88-0C38CE30F351}" dt="2026-07-27T17:24:57.092" v="737" actId="1076"/>
          <ac:spMkLst>
            <pc:docMk/>
            <pc:sldMk cId="3405161019" sldId="13416"/>
            <ac:spMk id="13" creationId="{AE0F68D3-F636-2D81-6BA5-AD40A1159A68}"/>
          </ac:spMkLst>
        </pc:spChg>
        <pc:spChg chg="add mod">
          <ac:chgData name="Arnav Rustagi (Omnicom)" userId="a97e4f16-7c3b-498c-a830-179534a05c22" providerId="ADAL" clId="{2AF016CB-4C87-4A6E-8B88-0C38CE30F351}" dt="2026-07-27T17:24:50.917" v="736" actId="1076"/>
          <ac:spMkLst>
            <pc:docMk/>
            <pc:sldMk cId="3405161019" sldId="13416"/>
            <ac:spMk id="15" creationId="{EB00BB8C-8225-6DB3-12EB-223C879DC55E}"/>
          </ac:spMkLst>
        </pc:spChg>
        <pc:spChg chg="add mod">
          <ac:chgData name="Arnav Rustagi (Omnicom)" userId="a97e4f16-7c3b-498c-a830-179534a05c22" providerId="ADAL" clId="{2AF016CB-4C87-4A6E-8B88-0C38CE30F351}" dt="2026-07-27T17:24:38.606" v="735" actId="1076"/>
          <ac:spMkLst>
            <pc:docMk/>
            <pc:sldMk cId="3405161019" sldId="13416"/>
            <ac:spMk id="17" creationId="{49C3FE36-E2F9-EF92-E56B-38404D8661B6}"/>
          </ac:spMkLst>
        </pc:spChg>
        <pc:spChg chg="add mod">
          <ac:chgData name="Arnav Rustagi (Omnicom)" userId="a97e4f16-7c3b-498c-a830-179534a05c22" providerId="ADAL" clId="{2AF016CB-4C87-4A6E-8B88-0C38CE30F351}" dt="2026-07-27T17:26:16.029" v="744" actId="14100"/>
          <ac:spMkLst>
            <pc:docMk/>
            <pc:sldMk cId="3405161019" sldId="13416"/>
            <ac:spMk id="19" creationId="{4C6F94D4-C100-C4F6-3704-BB2C6AA104CD}"/>
          </ac:spMkLst>
        </pc:spChg>
      </pc:sldChg>
      <pc:sldChg chg="new add del">
        <pc:chgData name="Arnav Rustagi (Omnicom)" userId="a97e4f16-7c3b-498c-a830-179534a05c22" providerId="ADAL" clId="{2AF016CB-4C87-4A6E-8B88-0C38CE30F351}" dt="2026-07-28T10:02:46.838" v="1598" actId="47"/>
        <pc:sldMkLst>
          <pc:docMk/>
          <pc:sldMk cId="689049284" sldId="13417"/>
        </pc:sldMkLst>
      </pc:sldChg>
      <pc:sldChg chg="new del">
        <pc:chgData name="Arnav Rustagi (Omnicom)" userId="a97e4f16-7c3b-498c-a830-179534a05c22" providerId="ADAL" clId="{2AF016CB-4C87-4A6E-8B88-0C38CE30F351}" dt="2026-07-27T16:47:02.568" v="384" actId="47"/>
        <pc:sldMkLst>
          <pc:docMk/>
          <pc:sldMk cId="2105448205" sldId="13417"/>
        </pc:sldMkLst>
      </pc:sldChg>
      <pc:sldChg chg="new del">
        <pc:chgData name="Arnav Rustagi (Omnicom)" userId="a97e4f16-7c3b-498c-a830-179534a05c22" providerId="ADAL" clId="{2AF016CB-4C87-4A6E-8B88-0C38CE30F351}" dt="2026-07-28T10:02:48.242" v="1599" actId="47"/>
        <pc:sldMkLst>
          <pc:docMk/>
          <pc:sldMk cId="1481002465" sldId="13418"/>
        </pc:sldMkLst>
      </pc:sldChg>
      <pc:sldChg chg="addSp delSp modSp new mod modShow">
        <pc:chgData name="Arnav Rustagi (Omnicom)" userId="a97e4f16-7c3b-498c-a830-179534a05c22" providerId="ADAL" clId="{2AF016CB-4C87-4A6E-8B88-0C38CE30F351}" dt="2026-07-28T10:10:36.769" v="1653" actId="729"/>
        <pc:sldMkLst>
          <pc:docMk/>
          <pc:sldMk cId="2900873041" sldId="13419"/>
        </pc:sldMkLst>
        <pc:spChg chg="mod">
          <ac:chgData name="Arnav Rustagi (Omnicom)" userId="a97e4f16-7c3b-498c-a830-179534a05c22" providerId="ADAL" clId="{2AF016CB-4C87-4A6E-8B88-0C38CE30F351}" dt="2026-07-27T17:01:25.341" v="722" actId="20577"/>
          <ac:spMkLst>
            <pc:docMk/>
            <pc:sldMk cId="2900873041" sldId="13419"/>
            <ac:spMk id="2" creationId="{7C16FA2E-E89B-5522-9286-542C0A239F4C}"/>
          </ac:spMkLst>
        </pc:spChg>
        <pc:spChg chg="del">
          <ac:chgData name="Arnav Rustagi (Omnicom)" userId="a97e4f16-7c3b-498c-a830-179534a05c22" providerId="ADAL" clId="{2AF016CB-4C87-4A6E-8B88-0C38CE30F351}" dt="2026-07-27T17:00:57.083" v="694" actId="478"/>
          <ac:spMkLst>
            <pc:docMk/>
            <pc:sldMk cId="2900873041" sldId="13419"/>
            <ac:spMk id="4" creationId="{A9D19732-7D87-1DEB-2EA4-EDF80080D0E9}"/>
          </ac:spMkLst>
        </pc:spChg>
        <pc:spChg chg="add del">
          <ac:chgData name="Arnav Rustagi (Omnicom)" userId="a97e4f16-7c3b-498c-a830-179534a05c22" providerId="ADAL" clId="{2AF016CB-4C87-4A6E-8B88-0C38CE30F351}" dt="2026-07-27T17:27:01.793" v="750" actId="22"/>
          <ac:spMkLst>
            <pc:docMk/>
            <pc:sldMk cId="2900873041" sldId="13419"/>
            <ac:spMk id="8" creationId="{D7D5BEE6-91F4-0388-6AC1-51EAA8268B6D}"/>
          </ac:spMkLst>
        </pc:spChg>
        <pc:spChg chg="add mod">
          <ac:chgData name="Arnav Rustagi (Omnicom)" userId="a97e4f16-7c3b-498c-a830-179534a05c22" providerId="ADAL" clId="{2AF016CB-4C87-4A6E-8B88-0C38CE30F351}" dt="2026-07-27T18:11:33.341" v="967"/>
          <ac:spMkLst>
            <pc:docMk/>
            <pc:sldMk cId="2900873041" sldId="13419"/>
            <ac:spMk id="17" creationId="{3B03464D-991D-89C9-5714-A21289605FF6}"/>
          </ac:spMkLst>
        </pc:spChg>
        <pc:spChg chg="add mod">
          <ac:chgData name="Arnav Rustagi (Omnicom)" userId="a97e4f16-7c3b-498c-a830-179534a05c22" providerId="ADAL" clId="{2AF016CB-4C87-4A6E-8B88-0C38CE30F351}" dt="2026-07-27T18:11:33.341" v="967"/>
          <ac:spMkLst>
            <pc:docMk/>
            <pc:sldMk cId="2900873041" sldId="13419"/>
            <ac:spMk id="18" creationId="{0B6337E5-7D7F-53F3-2578-387A0192DC67}"/>
          </ac:spMkLst>
        </pc:spChg>
        <pc:spChg chg="add mod">
          <ac:chgData name="Arnav Rustagi (Omnicom)" userId="a97e4f16-7c3b-498c-a830-179534a05c22" providerId="ADAL" clId="{2AF016CB-4C87-4A6E-8B88-0C38CE30F351}" dt="2026-07-27T18:11:33.341" v="967"/>
          <ac:spMkLst>
            <pc:docMk/>
            <pc:sldMk cId="2900873041" sldId="13419"/>
            <ac:spMk id="19" creationId="{AB89B49E-03B6-F003-BF2B-BE494B66A82F}"/>
          </ac:spMkLst>
        </pc:spChg>
        <pc:spChg chg="add mod">
          <ac:chgData name="Arnav Rustagi (Omnicom)" userId="a97e4f16-7c3b-498c-a830-179534a05c22" providerId="ADAL" clId="{2AF016CB-4C87-4A6E-8B88-0C38CE30F351}" dt="2026-07-27T18:11:33.341" v="967"/>
          <ac:spMkLst>
            <pc:docMk/>
            <pc:sldMk cId="2900873041" sldId="13419"/>
            <ac:spMk id="20" creationId="{D110A017-7F09-396D-B4EF-B6623CBF7EFC}"/>
          </ac:spMkLst>
        </pc:spChg>
        <pc:spChg chg="add mod">
          <ac:chgData name="Arnav Rustagi (Omnicom)" userId="a97e4f16-7c3b-498c-a830-179534a05c22" providerId="ADAL" clId="{2AF016CB-4C87-4A6E-8B88-0C38CE30F351}" dt="2026-07-27T18:11:33.341" v="967"/>
          <ac:spMkLst>
            <pc:docMk/>
            <pc:sldMk cId="2900873041" sldId="13419"/>
            <ac:spMk id="24" creationId="{72B72AB9-2286-E2E1-405C-C9D1EBE3F5F8}"/>
          </ac:spMkLst>
        </pc:spChg>
        <pc:spChg chg="add mod">
          <ac:chgData name="Arnav Rustagi (Omnicom)" userId="a97e4f16-7c3b-498c-a830-179534a05c22" providerId="ADAL" clId="{2AF016CB-4C87-4A6E-8B88-0C38CE30F351}" dt="2026-07-27T18:11:33.341" v="967"/>
          <ac:spMkLst>
            <pc:docMk/>
            <pc:sldMk cId="2900873041" sldId="13419"/>
            <ac:spMk id="26" creationId="{43A2E772-C7B7-9A22-8CF3-6D2CA6676741}"/>
          </ac:spMkLst>
        </pc:spChg>
        <pc:spChg chg="add mod">
          <ac:chgData name="Arnav Rustagi (Omnicom)" userId="a97e4f16-7c3b-498c-a830-179534a05c22" providerId="ADAL" clId="{2AF016CB-4C87-4A6E-8B88-0C38CE30F351}" dt="2026-07-27T18:11:33.341" v="967"/>
          <ac:spMkLst>
            <pc:docMk/>
            <pc:sldMk cId="2900873041" sldId="13419"/>
            <ac:spMk id="27" creationId="{CBC42864-9238-4D2A-E7EC-C90B1469A4E6}"/>
          </ac:spMkLst>
        </pc:spChg>
        <pc:spChg chg="add mod">
          <ac:chgData name="Arnav Rustagi (Omnicom)" userId="a97e4f16-7c3b-498c-a830-179534a05c22" providerId="ADAL" clId="{2AF016CB-4C87-4A6E-8B88-0C38CE30F351}" dt="2026-07-27T18:11:33.341" v="967"/>
          <ac:spMkLst>
            <pc:docMk/>
            <pc:sldMk cId="2900873041" sldId="13419"/>
            <ac:spMk id="28" creationId="{641F645A-1419-BA76-D002-7DE4EF708073}"/>
          </ac:spMkLst>
        </pc:spChg>
        <pc:spChg chg="add mod">
          <ac:chgData name="Arnav Rustagi (Omnicom)" userId="a97e4f16-7c3b-498c-a830-179534a05c22" providerId="ADAL" clId="{2AF016CB-4C87-4A6E-8B88-0C38CE30F351}" dt="2026-07-27T18:11:33.341" v="967"/>
          <ac:spMkLst>
            <pc:docMk/>
            <pc:sldMk cId="2900873041" sldId="13419"/>
            <ac:spMk id="29" creationId="{4C01B9B0-4316-43AC-E141-04454CDE21B4}"/>
          </ac:spMkLst>
        </pc:spChg>
        <pc:spChg chg="add mod">
          <ac:chgData name="Arnav Rustagi (Omnicom)" userId="a97e4f16-7c3b-498c-a830-179534a05c22" providerId="ADAL" clId="{2AF016CB-4C87-4A6E-8B88-0C38CE30F351}" dt="2026-07-27T18:11:33.341" v="967"/>
          <ac:spMkLst>
            <pc:docMk/>
            <pc:sldMk cId="2900873041" sldId="13419"/>
            <ac:spMk id="32" creationId="{79E41EB7-7526-7216-A4AF-B242F3385744}"/>
          </ac:spMkLst>
        </pc:spChg>
        <pc:spChg chg="add mod">
          <ac:chgData name="Arnav Rustagi (Omnicom)" userId="a97e4f16-7c3b-498c-a830-179534a05c22" providerId="ADAL" clId="{2AF016CB-4C87-4A6E-8B88-0C38CE30F351}" dt="2026-07-27T18:12:19.187" v="970"/>
          <ac:spMkLst>
            <pc:docMk/>
            <pc:sldMk cId="2900873041" sldId="13419"/>
            <ac:spMk id="43" creationId="{7304E1BC-8D40-4D95-0F0F-62E7B7FB0414}"/>
          </ac:spMkLst>
        </pc:spChg>
        <pc:spChg chg="add mod">
          <ac:chgData name="Arnav Rustagi (Omnicom)" userId="a97e4f16-7c3b-498c-a830-179534a05c22" providerId="ADAL" clId="{2AF016CB-4C87-4A6E-8B88-0C38CE30F351}" dt="2026-07-27T18:12:19.187" v="970"/>
          <ac:spMkLst>
            <pc:docMk/>
            <pc:sldMk cId="2900873041" sldId="13419"/>
            <ac:spMk id="44" creationId="{E571FD9D-FFEF-D4CC-568E-5EEB2890C7A0}"/>
          </ac:spMkLst>
        </pc:spChg>
        <pc:spChg chg="add mod">
          <ac:chgData name="Arnav Rustagi (Omnicom)" userId="a97e4f16-7c3b-498c-a830-179534a05c22" providerId="ADAL" clId="{2AF016CB-4C87-4A6E-8B88-0C38CE30F351}" dt="2026-07-27T18:12:19.187" v="970"/>
          <ac:spMkLst>
            <pc:docMk/>
            <pc:sldMk cId="2900873041" sldId="13419"/>
            <ac:spMk id="46" creationId="{36ACEDBD-3195-4DC6-6C5A-6D1505FC433E}"/>
          </ac:spMkLst>
        </pc:spChg>
        <pc:spChg chg="add mod">
          <ac:chgData name="Arnav Rustagi (Omnicom)" userId="a97e4f16-7c3b-498c-a830-179534a05c22" providerId="ADAL" clId="{2AF016CB-4C87-4A6E-8B88-0C38CE30F351}" dt="2026-07-27T18:12:19.187" v="970"/>
          <ac:spMkLst>
            <pc:docMk/>
            <pc:sldMk cId="2900873041" sldId="13419"/>
            <ac:spMk id="48" creationId="{959F14F7-02A2-C1FE-1C3B-C2FDA05E889C}"/>
          </ac:spMkLst>
        </pc:spChg>
        <pc:spChg chg="add mod">
          <ac:chgData name="Arnav Rustagi (Omnicom)" userId="a97e4f16-7c3b-498c-a830-179534a05c22" providerId="ADAL" clId="{2AF016CB-4C87-4A6E-8B88-0C38CE30F351}" dt="2026-07-27T18:12:19.187" v="970"/>
          <ac:spMkLst>
            <pc:docMk/>
            <pc:sldMk cId="2900873041" sldId="13419"/>
            <ac:spMk id="49" creationId="{50ABB85B-4E02-FA0F-3EB2-E141ED98E914}"/>
          </ac:spMkLst>
        </pc:spChg>
        <pc:spChg chg="add mod">
          <ac:chgData name="Arnav Rustagi (Omnicom)" userId="a97e4f16-7c3b-498c-a830-179534a05c22" providerId="ADAL" clId="{2AF016CB-4C87-4A6E-8B88-0C38CE30F351}" dt="2026-07-27T18:12:19.187" v="970"/>
          <ac:spMkLst>
            <pc:docMk/>
            <pc:sldMk cId="2900873041" sldId="13419"/>
            <ac:spMk id="50" creationId="{A50FA014-1905-A4B7-15D0-E6DB3D9F3E13}"/>
          </ac:spMkLst>
        </pc:spChg>
        <pc:spChg chg="add mod">
          <ac:chgData name="Arnav Rustagi (Omnicom)" userId="a97e4f16-7c3b-498c-a830-179534a05c22" providerId="ADAL" clId="{2AF016CB-4C87-4A6E-8B88-0C38CE30F351}" dt="2026-07-27T18:12:19.187" v="970"/>
          <ac:spMkLst>
            <pc:docMk/>
            <pc:sldMk cId="2900873041" sldId="13419"/>
            <ac:spMk id="51" creationId="{19A591EE-6A70-9C09-414C-85D5AAB6129A}"/>
          </ac:spMkLst>
        </pc:spChg>
        <pc:spChg chg="add mod">
          <ac:chgData name="Arnav Rustagi (Omnicom)" userId="a97e4f16-7c3b-498c-a830-179534a05c22" providerId="ADAL" clId="{2AF016CB-4C87-4A6E-8B88-0C38CE30F351}" dt="2026-07-27T18:12:19.187" v="970"/>
          <ac:spMkLst>
            <pc:docMk/>
            <pc:sldMk cId="2900873041" sldId="13419"/>
            <ac:spMk id="52" creationId="{B13937DB-68F9-A384-2E4B-F8B3429A8EC2}"/>
          </ac:spMkLst>
        </pc:spChg>
        <pc:spChg chg="add mod">
          <ac:chgData name="Arnav Rustagi (Omnicom)" userId="a97e4f16-7c3b-498c-a830-179534a05c22" providerId="ADAL" clId="{2AF016CB-4C87-4A6E-8B88-0C38CE30F351}" dt="2026-07-27T18:12:19.187" v="970"/>
          <ac:spMkLst>
            <pc:docMk/>
            <pc:sldMk cId="2900873041" sldId="13419"/>
            <ac:spMk id="54" creationId="{4002D0DB-EA1F-C2A3-BCFD-69718C2C9F09}"/>
          </ac:spMkLst>
        </pc:spChg>
        <pc:spChg chg="add mod">
          <ac:chgData name="Arnav Rustagi (Omnicom)" userId="a97e4f16-7c3b-498c-a830-179534a05c22" providerId="ADAL" clId="{2AF016CB-4C87-4A6E-8B88-0C38CE30F351}" dt="2026-07-27T18:12:19.187" v="970"/>
          <ac:spMkLst>
            <pc:docMk/>
            <pc:sldMk cId="2900873041" sldId="13419"/>
            <ac:spMk id="56" creationId="{2F4ED2DD-2809-B9D5-1D74-54D036867E03}"/>
          </ac:spMkLst>
        </pc:spChg>
        <pc:spChg chg="add mod">
          <ac:chgData name="Arnav Rustagi (Omnicom)" userId="a97e4f16-7c3b-498c-a830-179534a05c22" providerId="ADAL" clId="{2AF016CB-4C87-4A6E-8B88-0C38CE30F351}" dt="2026-07-28T09:58:52.001" v="1544" actId="255"/>
          <ac:spMkLst>
            <pc:docMk/>
            <pc:sldMk cId="2900873041" sldId="13419"/>
            <ac:spMk id="57" creationId="{8A1B15E2-3B81-7418-3D60-7FD5EDFD7ADF}"/>
          </ac:spMkLst>
        </pc:spChg>
        <pc:grpChg chg="del">
          <ac:chgData name="Arnav Rustagi (Omnicom)" userId="a97e4f16-7c3b-498c-a830-179534a05c22" providerId="ADAL" clId="{2AF016CB-4C87-4A6E-8B88-0C38CE30F351}" dt="2026-07-27T18:11:42.847" v="968" actId="478"/>
          <ac:grpSpMkLst>
            <pc:docMk/>
            <pc:sldMk cId="2900873041" sldId="13419"/>
            <ac:grpSpMk id="9" creationId="{A606C2DA-4007-B0F6-F8F3-9633D52659F0}"/>
          </ac:grpSpMkLst>
        </pc:grpChg>
        <pc:grpChg chg="del">
          <ac:chgData name="Arnav Rustagi (Omnicom)" userId="a97e4f16-7c3b-498c-a830-179534a05c22" providerId="ADAL" clId="{2AF016CB-4C87-4A6E-8B88-0C38CE30F351}" dt="2026-07-27T18:11:42.847" v="968" actId="478"/>
          <ac:grpSpMkLst>
            <pc:docMk/>
            <pc:sldMk cId="2900873041" sldId="13419"/>
            <ac:grpSpMk id="10" creationId="{EF6DC0BC-1D33-D822-F0CD-012CB31F9447}"/>
          </ac:grpSpMkLst>
        </pc:grpChg>
        <pc:grpChg chg="del">
          <ac:chgData name="Arnav Rustagi (Omnicom)" userId="a97e4f16-7c3b-498c-a830-179534a05c22" providerId="ADAL" clId="{2AF016CB-4C87-4A6E-8B88-0C38CE30F351}" dt="2026-07-27T18:11:42.847" v="968" actId="478"/>
          <ac:grpSpMkLst>
            <pc:docMk/>
            <pc:sldMk cId="2900873041" sldId="13419"/>
            <ac:grpSpMk id="11" creationId="{C4EE09A0-53E8-F7AD-F600-027BB1CA9838}"/>
          </ac:grpSpMkLst>
        </pc:grpChg>
        <pc:grpChg chg="del">
          <ac:chgData name="Arnav Rustagi (Omnicom)" userId="a97e4f16-7c3b-498c-a830-179534a05c22" providerId="ADAL" clId="{2AF016CB-4C87-4A6E-8B88-0C38CE30F351}" dt="2026-07-27T18:11:42.847" v="968" actId="478"/>
          <ac:grpSpMkLst>
            <pc:docMk/>
            <pc:sldMk cId="2900873041" sldId="13419"/>
            <ac:grpSpMk id="12" creationId="{4F17A95D-C99C-639E-06E6-DA07906D594E}"/>
          </ac:grpSpMkLst>
        </pc:grpChg>
        <pc:grpChg chg="del">
          <ac:chgData name="Arnav Rustagi (Omnicom)" userId="a97e4f16-7c3b-498c-a830-179534a05c22" providerId="ADAL" clId="{2AF016CB-4C87-4A6E-8B88-0C38CE30F351}" dt="2026-07-27T18:11:42.847" v="968" actId="478"/>
          <ac:grpSpMkLst>
            <pc:docMk/>
            <pc:sldMk cId="2900873041" sldId="13419"/>
            <ac:grpSpMk id="13" creationId="{A4103148-8B06-A28C-1515-11ABC51A5154}"/>
          </ac:grpSpMkLst>
        </pc:grpChg>
        <pc:grpChg chg="del">
          <ac:chgData name="Arnav Rustagi (Omnicom)" userId="a97e4f16-7c3b-498c-a830-179534a05c22" providerId="ADAL" clId="{2AF016CB-4C87-4A6E-8B88-0C38CE30F351}" dt="2026-07-27T18:11:42.847" v="968" actId="478"/>
          <ac:grpSpMkLst>
            <pc:docMk/>
            <pc:sldMk cId="2900873041" sldId="13419"/>
            <ac:grpSpMk id="14" creationId="{BC11E93A-E3CE-74E9-4A38-620CB0E4053B}"/>
          </ac:grpSpMkLst>
        </pc:grpChg>
        <pc:grpChg chg="del">
          <ac:chgData name="Arnav Rustagi (Omnicom)" userId="a97e4f16-7c3b-498c-a830-179534a05c22" providerId="ADAL" clId="{2AF016CB-4C87-4A6E-8B88-0C38CE30F351}" dt="2026-07-27T18:11:42.847" v="968" actId="478"/>
          <ac:grpSpMkLst>
            <pc:docMk/>
            <pc:sldMk cId="2900873041" sldId="13419"/>
            <ac:grpSpMk id="15" creationId="{EC6218C9-2BC1-DE88-6FDC-B5BD96F7DC32}"/>
          </ac:grpSpMkLst>
        </pc:grpChg>
        <pc:grpChg chg="del">
          <ac:chgData name="Arnav Rustagi (Omnicom)" userId="a97e4f16-7c3b-498c-a830-179534a05c22" providerId="ADAL" clId="{2AF016CB-4C87-4A6E-8B88-0C38CE30F351}" dt="2026-07-27T18:11:42.847" v="968" actId="478"/>
          <ac:grpSpMkLst>
            <pc:docMk/>
            <pc:sldMk cId="2900873041" sldId="13419"/>
            <ac:grpSpMk id="16" creationId="{387E05E9-81A2-2A60-15FE-CA37FA156DAB}"/>
          </ac:grpSpMkLst>
        </pc:grpChg>
        <pc:graphicFrameChg chg="add del modGraphic">
          <ac:chgData name="Arnav Rustagi (Omnicom)" userId="a97e4f16-7c3b-498c-a830-179534a05c22" providerId="ADAL" clId="{2AF016CB-4C87-4A6E-8B88-0C38CE30F351}" dt="2026-07-27T16:50:15.852" v="389" actId="1032"/>
          <ac:graphicFrameMkLst>
            <pc:docMk/>
            <pc:sldMk cId="2900873041" sldId="13419"/>
            <ac:graphicFrameMk id="5" creationId="{ACE72FB4-85B0-F045-0E83-725504535530}"/>
          </ac:graphicFrameMkLst>
        </pc:graphicFrameChg>
        <pc:graphicFrameChg chg="add del mod ord modGraphic">
          <ac:chgData name="Arnav Rustagi (Omnicom)" userId="a97e4f16-7c3b-498c-a830-179534a05c22" providerId="ADAL" clId="{2AF016CB-4C87-4A6E-8B88-0C38CE30F351}" dt="2026-07-27T18:11:18.527" v="965" actId="478"/>
          <ac:graphicFrameMkLst>
            <pc:docMk/>
            <pc:sldMk cId="2900873041" sldId="13419"/>
            <ac:graphicFrameMk id="6" creationId="{17010722-76D6-77E1-7A09-9E3C562C67E9}"/>
          </ac:graphicFrameMkLst>
        </pc:graphicFrameChg>
      </pc:sldChg>
      <pc:sldChg chg="addSp delSp modSp new mod ord modShow">
        <pc:chgData name="Arnav Rustagi (Omnicom)" userId="a97e4f16-7c3b-498c-a830-179534a05c22" providerId="ADAL" clId="{2AF016CB-4C87-4A6E-8B88-0C38CE30F351}" dt="2026-07-28T10:57:51.581" v="2132" actId="729"/>
        <pc:sldMkLst>
          <pc:docMk/>
          <pc:sldMk cId="3327569595" sldId="13420"/>
        </pc:sldMkLst>
        <pc:spChg chg="mod">
          <ac:chgData name="Arnav Rustagi (Omnicom)" userId="a97e4f16-7c3b-498c-a830-179534a05c22" providerId="ADAL" clId="{2AF016CB-4C87-4A6E-8B88-0C38CE30F351}" dt="2026-07-28T10:52:55.966" v="2130" actId="20577"/>
          <ac:spMkLst>
            <pc:docMk/>
            <pc:sldMk cId="3327569595" sldId="13420"/>
            <ac:spMk id="2" creationId="{82F7988F-BDE3-0972-B433-E105AA973892}"/>
          </ac:spMkLst>
        </pc:spChg>
        <pc:spChg chg="del">
          <ac:chgData name="Arnav Rustagi (Omnicom)" userId="a97e4f16-7c3b-498c-a830-179534a05c22" providerId="ADAL" clId="{2AF016CB-4C87-4A6E-8B88-0C38CE30F351}" dt="2026-07-27T17:42:17.916" v="878" actId="478"/>
          <ac:spMkLst>
            <pc:docMk/>
            <pc:sldMk cId="3327569595" sldId="13420"/>
            <ac:spMk id="4" creationId="{52AC1C02-5D8E-B2E7-D74E-25F70DEA9BC9}"/>
          </ac:spMkLst>
        </pc:spChg>
        <pc:spChg chg="add mod">
          <ac:chgData name="Arnav Rustagi (Omnicom)" userId="a97e4f16-7c3b-498c-a830-179534a05c22" providerId="ADAL" clId="{2AF016CB-4C87-4A6E-8B88-0C38CE30F351}" dt="2026-07-27T18:22:13.904" v="1068" actId="1076"/>
          <ac:spMkLst>
            <pc:docMk/>
            <pc:sldMk cId="3327569595" sldId="13420"/>
            <ac:spMk id="6" creationId="{BAA8E4F8-078D-C1FE-07D9-20183AB902DC}"/>
          </ac:spMkLst>
        </pc:spChg>
        <pc:graphicFrameChg chg="add del mod ord modGraphic">
          <ac:chgData name="Arnav Rustagi (Omnicom)" userId="a97e4f16-7c3b-498c-a830-179534a05c22" providerId="ADAL" clId="{2AF016CB-4C87-4A6E-8B88-0C38CE30F351}" dt="2026-07-27T18:21:36.421" v="1062" actId="478"/>
          <ac:graphicFrameMkLst>
            <pc:docMk/>
            <pc:sldMk cId="3327569595" sldId="13420"/>
            <ac:graphicFrameMk id="5" creationId="{F5675F72-CA10-5135-F3E6-91AF0B21767B}"/>
          </ac:graphicFrameMkLst>
        </pc:graphicFrameChg>
      </pc:sldChg>
      <pc:sldChg chg="addSp modSp new mod ord modShow">
        <pc:chgData name="Arnav Rustagi (Omnicom)" userId="a97e4f16-7c3b-498c-a830-179534a05c22" providerId="ADAL" clId="{2AF016CB-4C87-4A6E-8B88-0C38CE30F351}" dt="2026-07-28T10:57:47.819" v="2131" actId="729"/>
        <pc:sldMkLst>
          <pc:docMk/>
          <pc:sldMk cId="487298453" sldId="13421"/>
        </pc:sldMkLst>
        <pc:spChg chg="mod">
          <ac:chgData name="Arnav Rustagi (Omnicom)" userId="a97e4f16-7c3b-498c-a830-179534a05c22" providerId="ADAL" clId="{2AF016CB-4C87-4A6E-8B88-0C38CE30F351}" dt="2026-07-28T10:52:41.199" v="2118" actId="20577"/>
          <ac:spMkLst>
            <pc:docMk/>
            <pc:sldMk cId="487298453" sldId="13421"/>
            <ac:spMk id="2" creationId="{1A255556-F3BC-2FC8-65FF-D73B6469B433}"/>
          </ac:spMkLst>
        </pc:spChg>
        <pc:graphicFrameChg chg="add mod modGraphic">
          <ac:chgData name="Arnav Rustagi (Omnicom)" userId="a97e4f16-7c3b-498c-a830-179534a05c22" providerId="ADAL" clId="{2AF016CB-4C87-4A6E-8B88-0C38CE30F351}" dt="2026-07-27T18:52:18.033" v="1094" actId="13238"/>
          <ac:graphicFrameMkLst>
            <pc:docMk/>
            <pc:sldMk cId="487298453" sldId="13421"/>
            <ac:graphicFrameMk id="5" creationId="{483A9250-3AC4-75EA-91F3-D6E9369C9E24}"/>
          </ac:graphicFrameMkLst>
        </pc:graphicFrameChg>
      </pc:sldChg>
      <pc:sldChg chg="addSp delSp modSp add del mod">
        <pc:chgData name="Arnav Rustagi (Omnicom)" userId="a97e4f16-7c3b-498c-a830-179534a05c22" providerId="ADAL" clId="{2AF016CB-4C87-4A6E-8B88-0C38CE30F351}" dt="2026-07-27T18:25:48.787" v="1072" actId="47"/>
        <pc:sldMkLst>
          <pc:docMk/>
          <pc:sldMk cId="941407647" sldId="13422"/>
        </pc:sldMkLst>
        <pc:spChg chg="del">
          <ac:chgData name="Arnav Rustagi (Omnicom)" userId="a97e4f16-7c3b-498c-a830-179534a05c22" providerId="ADAL" clId="{2AF016CB-4C87-4A6E-8B88-0C38CE30F351}" dt="2026-07-27T17:45:36.808" v="894" actId="478"/>
          <ac:spMkLst>
            <pc:docMk/>
            <pc:sldMk cId="941407647" sldId="13422"/>
            <ac:spMk id="2" creationId="{6749A887-75BA-AF15-A6FA-5ACBECFC344F}"/>
          </ac:spMkLst>
        </pc:spChg>
        <pc:spChg chg="add mod">
          <ac:chgData name="Arnav Rustagi (Omnicom)" userId="a97e4f16-7c3b-498c-a830-179534a05c22" providerId="ADAL" clId="{2AF016CB-4C87-4A6E-8B88-0C38CE30F351}" dt="2026-07-27T17:45:36.808" v="894" actId="478"/>
          <ac:spMkLst>
            <pc:docMk/>
            <pc:sldMk cId="941407647" sldId="13422"/>
            <ac:spMk id="5" creationId="{EE216A79-D3F4-E5A3-94B9-FFB4B2CE9992}"/>
          </ac:spMkLst>
        </pc:spChg>
        <pc:graphicFrameChg chg="mod modGraphic">
          <ac:chgData name="Arnav Rustagi (Omnicom)" userId="a97e4f16-7c3b-498c-a830-179534a05c22" providerId="ADAL" clId="{2AF016CB-4C87-4A6E-8B88-0C38CE30F351}" dt="2026-07-27T18:20:38.430" v="1060" actId="14100"/>
          <ac:graphicFrameMkLst>
            <pc:docMk/>
            <pc:sldMk cId="941407647" sldId="13422"/>
            <ac:graphicFrameMk id="6" creationId="{CCC512F8-82AA-FC5F-6280-5E6CA7ED1E56}"/>
          </ac:graphicFrameMkLst>
        </pc:graphicFrameChg>
      </pc:sldChg>
      <pc:sldChg chg="addSp modSp new mod ord modShow">
        <pc:chgData name="Arnav Rustagi (Omnicom)" userId="a97e4f16-7c3b-498c-a830-179534a05c22" providerId="ADAL" clId="{2AF016CB-4C87-4A6E-8B88-0C38CE30F351}" dt="2026-07-28T10:49:49.713" v="2100"/>
        <pc:sldMkLst>
          <pc:docMk/>
          <pc:sldMk cId="2208195538" sldId="13422"/>
        </pc:sldMkLst>
        <pc:spChg chg="mod">
          <ac:chgData name="Arnav Rustagi (Omnicom)" userId="a97e4f16-7c3b-498c-a830-179534a05c22" providerId="ADAL" clId="{2AF016CB-4C87-4A6E-8B88-0C38CE30F351}" dt="2026-07-28T09:07:24.353" v="1098"/>
          <ac:spMkLst>
            <pc:docMk/>
            <pc:sldMk cId="2208195538" sldId="13422"/>
            <ac:spMk id="2" creationId="{6251610B-C77E-BB9D-6978-94C7CFCB3057}"/>
          </ac:spMkLst>
        </pc:spChg>
        <pc:spChg chg="mod">
          <ac:chgData name="Arnav Rustagi (Omnicom)" userId="a97e4f16-7c3b-498c-a830-179534a05c22" providerId="ADAL" clId="{2AF016CB-4C87-4A6E-8B88-0C38CE30F351}" dt="2026-07-28T09:12:09.139" v="1126" actId="12"/>
          <ac:spMkLst>
            <pc:docMk/>
            <pc:sldMk cId="2208195538" sldId="13422"/>
            <ac:spMk id="4" creationId="{0D8B71EE-18DD-14CD-BFAB-80AFD01F8E2C}"/>
          </ac:spMkLst>
        </pc:spChg>
        <pc:spChg chg="add">
          <ac:chgData name="Arnav Rustagi (Omnicom)" userId="a97e4f16-7c3b-498c-a830-179534a05c22" providerId="ADAL" clId="{2AF016CB-4C87-4A6E-8B88-0C38CE30F351}" dt="2026-07-28T09:09:02.040" v="1102" actId="22"/>
          <ac:spMkLst>
            <pc:docMk/>
            <pc:sldMk cId="2208195538" sldId="13422"/>
            <ac:spMk id="6" creationId="{155AD02D-4B4C-EF3C-8D8C-3CFD75004B6B}"/>
          </ac:spMkLst>
        </pc:spChg>
        <pc:spChg chg="add mod">
          <ac:chgData name="Arnav Rustagi (Omnicom)" userId="a97e4f16-7c3b-498c-a830-179534a05c22" providerId="ADAL" clId="{2AF016CB-4C87-4A6E-8B88-0C38CE30F351}" dt="2026-07-28T09:23:02.157" v="1324" actId="207"/>
          <ac:spMkLst>
            <pc:docMk/>
            <pc:sldMk cId="2208195538" sldId="13422"/>
            <ac:spMk id="8" creationId="{FC5DB453-220C-DE6C-0464-CD3411790E1B}"/>
          </ac:spMkLst>
        </pc:spChg>
        <pc:spChg chg="add">
          <ac:chgData name="Arnav Rustagi (Omnicom)" userId="a97e4f16-7c3b-498c-a830-179534a05c22" providerId="ADAL" clId="{2AF016CB-4C87-4A6E-8B88-0C38CE30F351}" dt="2026-07-28T09:09:17.076" v="1103" actId="22"/>
          <ac:spMkLst>
            <pc:docMk/>
            <pc:sldMk cId="2208195538" sldId="13422"/>
            <ac:spMk id="10" creationId="{2679ED01-D46E-1495-52FD-ABE7785732EC}"/>
          </ac:spMkLst>
        </pc:spChg>
        <pc:spChg chg="add">
          <ac:chgData name="Arnav Rustagi (Omnicom)" userId="a97e4f16-7c3b-498c-a830-179534a05c22" providerId="ADAL" clId="{2AF016CB-4C87-4A6E-8B88-0C38CE30F351}" dt="2026-07-28T09:09:17.076" v="1103" actId="22"/>
          <ac:spMkLst>
            <pc:docMk/>
            <pc:sldMk cId="2208195538" sldId="13422"/>
            <ac:spMk id="12" creationId="{A69A78A7-5FAF-C2F5-926C-0FDF329E1EA1}"/>
          </ac:spMkLst>
        </pc:spChg>
      </pc:sldChg>
      <pc:sldChg chg="new del">
        <pc:chgData name="Arnav Rustagi (Omnicom)" userId="a97e4f16-7c3b-498c-a830-179534a05c22" providerId="ADAL" clId="{2AF016CB-4C87-4A6E-8B88-0C38CE30F351}" dt="2026-07-27T18:55:05.507" v="1096" actId="680"/>
        <pc:sldMkLst>
          <pc:docMk/>
          <pc:sldMk cId="3211842979" sldId="13422"/>
        </pc:sldMkLst>
      </pc:sldChg>
      <pc:sldChg chg="addSp delSp modSp new del mod">
        <pc:chgData name="Arnav Rustagi (Omnicom)" userId="a97e4f16-7c3b-498c-a830-179534a05c22" providerId="ADAL" clId="{2AF016CB-4C87-4A6E-8B88-0C38CE30F351}" dt="2026-07-27T18:12:59.947" v="977" actId="47"/>
        <pc:sldMkLst>
          <pc:docMk/>
          <pc:sldMk cId="673299020" sldId="13423"/>
        </pc:sldMkLst>
        <pc:spChg chg="del mod">
          <ac:chgData name="Arnav Rustagi (Omnicom)" userId="a97e4f16-7c3b-498c-a830-179534a05c22" providerId="ADAL" clId="{2AF016CB-4C87-4A6E-8B88-0C38CE30F351}" dt="2026-07-27T18:12:40.379" v="973" actId="21"/>
          <ac:spMkLst>
            <pc:docMk/>
            <pc:sldMk cId="673299020" sldId="13423"/>
            <ac:spMk id="4" creationId="{8A1B15E2-3B81-7418-3D60-7FD5EDFD7ADF}"/>
          </ac:spMkLst>
        </pc:spChg>
        <pc:spChg chg="add mod">
          <ac:chgData name="Arnav Rustagi (Omnicom)" userId="a97e4f16-7c3b-498c-a830-179534a05c22" providerId="ADAL" clId="{2AF016CB-4C87-4A6E-8B88-0C38CE30F351}" dt="2026-07-27T18:12:40.379" v="973" actId="21"/>
          <ac:spMkLst>
            <pc:docMk/>
            <pc:sldMk cId="673299020" sldId="13423"/>
            <ac:spMk id="6" creationId="{FD840462-D382-9D3A-F0E5-9C0D54EFBE5F}"/>
          </ac:spMkLst>
        </pc:spChg>
      </pc:sldChg>
      <pc:sldChg chg="add del ord">
        <pc:chgData name="Arnav Rustagi (Omnicom)" userId="a97e4f16-7c3b-498c-a830-179534a05c22" providerId="ADAL" clId="{2AF016CB-4C87-4A6E-8B88-0C38CE30F351}" dt="2026-07-27T18:25:47.487" v="1071" actId="47"/>
        <pc:sldMkLst>
          <pc:docMk/>
          <pc:sldMk cId="784016740" sldId="13423"/>
        </pc:sldMkLst>
      </pc:sldChg>
      <pc:sldChg chg="modSp new mod">
        <pc:chgData name="Arnav Rustagi (Omnicom)" userId="a97e4f16-7c3b-498c-a830-179534a05c22" providerId="ADAL" clId="{2AF016CB-4C87-4A6E-8B88-0C38CE30F351}" dt="2026-07-28T13:19:58.477" v="2278" actId="20577"/>
        <pc:sldMkLst>
          <pc:docMk/>
          <pc:sldMk cId="2412586574" sldId="13423"/>
        </pc:sldMkLst>
        <pc:spChg chg="mod">
          <ac:chgData name="Arnav Rustagi (Omnicom)" userId="a97e4f16-7c3b-498c-a830-179534a05c22" providerId="ADAL" clId="{2AF016CB-4C87-4A6E-8B88-0C38CE30F351}" dt="2026-07-28T10:21:24.697" v="1775" actId="20577"/>
          <ac:spMkLst>
            <pc:docMk/>
            <pc:sldMk cId="2412586574" sldId="13423"/>
            <ac:spMk id="2" creationId="{38C7336C-B2A1-8D1C-94B0-CD474F13C931}"/>
          </ac:spMkLst>
        </pc:spChg>
        <pc:spChg chg="mod">
          <ac:chgData name="Arnav Rustagi (Omnicom)" userId="a97e4f16-7c3b-498c-a830-179534a05c22" providerId="ADAL" clId="{2AF016CB-4C87-4A6E-8B88-0C38CE30F351}" dt="2026-07-28T13:19:58.477" v="2278" actId="20577"/>
          <ac:spMkLst>
            <pc:docMk/>
            <pc:sldMk cId="2412586574" sldId="13423"/>
            <ac:spMk id="4" creationId="{F5068E4B-018A-4917-A296-0F9905E67531}"/>
          </ac:spMkLst>
        </pc:spChg>
      </pc:sldChg>
      <pc:sldChg chg="new del">
        <pc:chgData name="Arnav Rustagi (Omnicom)" userId="a97e4f16-7c3b-498c-a830-179534a05c22" providerId="ADAL" clId="{2AF016CB-4C87-4A6E-8B88-0C38CE30F351}" dt="2026-07-28T09:25:28.842" v="1326" actId="47"/>
        <pc:sldMkLst>
          <pc:docMk/>
          <pc:sldMk cId="1521321322" sldId="13424"/>
        </pc:sldMkLst>
      </pc:sldChg>
      <pc:sldChg chg="addSp delSp modSp new mod ord">
        <pc:chgData name="Arnav Rustagi (Omnicom)" userId="a97e4f16-7c3b-498c-a830-179534a05c22" providerId="ADAL" clId="{2AF016CB-4C87-4A6E-8B88-0C38CE30F351}" dt="2026-07-28T13:19:44.750" v="2277" actId="20577"/>
        <pc:sldMkLst>
          <pc:docMk/>
          <pc:sldMk cId="3219582646" sldId="13424"/>
        </pc:sldMkLst>
        <pc:spChg chg="mod">
          <ac:chgData name="Arnav Rustagi (Omnicom)" userId="a97e4f16-7c3b-498c-a830-179534a05c22" providerId="ADAL" clId="{2AF016CB-4C87-4A6E-8B88-0C38CE30F351}" dt="2026-07-28T09:34:46.186" v="1360" actId="20577"/>
          <ac:spMkLst>
            <pc:docMk/>
            <pc:sldMk cId="3219582646" sldId="13424"/>
            <ac:spMk id="2" creationId="{4FA5DCF5-411E-8DD4-131F-7AA632A91F3E}"/>
          </ac:spMkLst>
        </pc:spChg>
        <pc:spChg chg="mod">
          <ac:chgData name="Arnav Rustagi (Omnicom)" userId="a97e4f16-7c3b-498c-a830-179534a05c22" providerId="ADAL" clId="{2AF016CB-4C87-4A6E-8B88-0C38CE30F351}" dt="2026-07-28T13:19:44.750" v="2277" actId="20577"/>
          <ac:spMkLst>
            <pc:docMk/>
            <pc:sldMk cId="3219582646" sldId="13424"/>
            <ac:spMk id="4" creationId="{4C8CB3DA-A9E0-C1F9-3231-0275A5AD0275}"/>
          </ac:spMkLst>
        </pc:spChg>
        <pc:spChg chg="add del">
          <ac:chgData name="Arnav Rustagi (Omnicom)" userId="a97e4f16-7c3b-498c-a830-179534a05c22" providerId="ADAL" clId="{2AF016CB-4C87-4A6E-8B88-0C38CE30F351}" dt="2026-07-28T09:39:35.142" v="1399" actId="478"/>
          <ac:spMkLst>
            <pc:docMk/>
            <pc:sldMk cId="3219582646" sldId="13424"/>
            <ac:spMk id="6" creationId="{700745C5-9C00-6218-C002-0D602166740B}"/>
          </ac:spMkLst>
        </pc:spChg>
        <pc:picChg chg="add del mod">
          <ac:chgData name="Arnav Rustagi (Omnicom)" userId="a97e4f16-7c3b-498c-a830-179534a05c22" providerId="ADAL" clId="{2AF016CB-4C87-4A6E-8B88-0C38CE30F351}" dt="2026-07-28T10:42:33.346" v="2091" actId="22"/>
          <ac:picMkLst>
            <pc:docMk/>
            <pc:sldMk cId="3219582646" sldId="13424"/>
            <ac:picMk id="8" creationId="{3A7CF8DE-9BD1-D1F4-86BE-E96B097231B9}"/>
          </ac:picMkLst>
        </pc:picChg>
      </pc:sldChg>
      <pc:sldChg chg="addSp delSp modSp new del mod">
        <pc:chgData name="Arnav Rustagi (Omnicom)" userId="a97e4f16-7c3b-498c-a830-179534a05c22" providerId="ADAL" clId="{2AF016CB-4C87-4A6E-8B88-0C38CE30F351}" dt="2026-07-27T18:22:07.195" v="1067" actId="47"/>
        <pc:sldMkLst>
          <pc:docMk/>
          <pc:sldMk cId="4141984380" sldId="13424"/>
        </pc:sldMkLst>
        <pc:spChg chg="del mod">
          <ac:chgData name="Arnav Rustagi (Omnicom)" userId="a97e4f16-7c3b-498c-a830-179534a05c22" providerId="ADAL" clId="{2AF016CB-4C87-4A6E-8B88-0C38CE30F351}" dt="2026-07-27T18:21:51.506" v="1065" actId="21"/>
          <ac:spMkLst>
            <pc:docMk/>
            <pc:sldMk cId="4141984380" sldId="13424"/>
            <ac:spMk id="4" creationId="{BAA8E4F8-078D-C1FE-07D9-20183AB902DC}"/>
          </ac:spMkLst>
        </pc:spChg>
        <pc:spChg chg="add mod">
          <ac:chgData name="Arnav Rustagi (Omnicom)" userId="a97e4f16-7c3b-498c-a830-179534a05c22" providerId="ADAL" clId="{2AF016CB-4C87-4A6E-8B88-0C38CE30F351}" dt="2026-07-27T18:21:51.506" v="1065" actId="21"/>
          <ac:spMkLst>
            <pc:docMk/>
            <pc:sldMk cId="4141984380" sldId="13424"/>
            <ac:spMk id="6" creationId="{53AAD0EB-0CFF-DFB7-B6F5-72FB06586DB6}"/>
          </ac:spMkLst>
        </pc:spChg>
      </pc:sldChg>
      <pc:sldChg chg="modSp new del mod">
        <pc:chgData name="Arnav Rustagi (Omnicom)" userId="a97e4f16-7c3b-498c-a830-179534a05c22" providerId="ADAL" clId="{2AF016CB-4C87-4A6E-8B88-0C38CE30F351}" dt="2026-07-28T09:56:32.633" v="1518" actId="47"/>
        <pc:sldMkLst>
          <pc:docMk/>
          <pc:sldMk cId="116888210" sldId="13425"/>
        </pc:sldMkLst>
        <pc:spChg chg="mod">
          <ac:chgData name="Arnav Rustagi (Omnicom)" userId="a97e4f16-7c3b-498c-a830-179534a05c22" providerId="ADAL" clId="{2AF016CB-4C87-4A6E-8B88-0C38CE30F351}" dt="2026-07-28T09:56:17.722" v="1515" actId="20577"/>
          <ac:spMkLst>
            <pc:docMk/>
            <pc:sldMk cId="116888210" sldId="13425"/>
            <ac:spMk id="2" creationId="{778E2BAE-3FE2-B796-B54D-3D490D71BF16}"/>
          </ac:spMkLst>
        </pc:spChg>
      </pc:sldChg>
      <pc:sldChg chg="addSp delSp modSp new mod">
        <pc:chgData name="Arnav Rustagi (Omnicom)" userId="a97e4f16-7c3b-498c-a830-179534a05c22" providerId="ADAL" clId="{2AF016CB-4C87-4A6E-8B88-0C38CE30F351}" dt="2026-07-28T12:58:21.197" v="2270" actId="14100"/>
        <pc:sldMkLst>
          <pc:docMk/>
          <pc:sldMk cId="375830712" sldId="13426"/>
        </pc:sldMkLst>
        <pc:spChg chg="mod">
          <ac:chgData name="Arnav Rustagi (Omnicom)" userId="a97e4f16-7c3b-498c-a830-179534a05c22" providerId="ADAL" clId="{2AF016CB-4C87-4A6E-8B88-0C38CE30F351}" dt="2026-07-28T10:05:10.867" v="1629" actId="20577"/>
          <ac:spMkLst>
            <pc:docMk/>
            <pc:sldMk cId="375830712" sldId="13426"/>
            <ac:spMk id="2" creationId="{A0B519F1-CD22-E368-104C-A3DBB90AB89F}"/>
          </ac:spMkLst>
        </pc:spChg>
        <pc:spChg chg="del mod">
          <ac:chgData name="Arnav Rustagi (Omnicom)" userId="a97e4f16-7c3b-498c-a830-179534a05c22" providerId="ADAL" clId="{2AF016CB-4C87-4A6E-8B88-0C38CE30F351}" dt="2026-07-28T12:58:11.897" v="2268" actId="478"/>
          <ac:spMkLst>
            <pc:docMk/>
            <pc:sldMk cId="375830712" sldId="13426"/>
            <ac:spMk id="4" creationId="{E40B5CB5-FD59-4329-DD54-5E70CAC0BC32}"/>
          </ac:spMkLst>
        </pc:spChg>
        <pc:spChg chg="add mod">
          <ac:chgData name="Arnav Rustagi (Omnicom)" userId="a97e4f16-7c3b-498c-a830-179534a05c22" providerId="ADAL" clId="{2AF016CB-4C87-4A6E-8B88-0C38CE30F351}" dt="2026-07-28T12:58:11.897" v="2268" actId="478"/>
          <ac:spMkLst>
            <pc:docMk/>
            <pc:sldMk cId="375830712" sldId="13426"/>
            <ac:spMk id="10" creationId="{8746DBCA-A5BF-377A-99C2-405745B41816}"/>
          </ac:spMkLst>
        </pc:spChg>
        <pc:graphicFrameChg chg="add del modGraphic">
          <ac:chgData name="Arnav Rustagi (Omnicom)" userId="a97e4f16-7c3b-498c-a830-179534a05c22" providerId="ADAL" clId="{2AF016CB-4C87-4A6E-8B88-0C38CE30F351}" dt="2026-07-28T10:08:02.229" v="1652" actId="478"/>
          <ac:graphicFrameMkLst>
            <pc:docMk/>
            <pc:sldMk cId="375830712" sldId="13426"/>
            <ac:graphicFrameMk id="5" creationId="{D2CB8897-3701-2F64-EF3D-AD0C748A9366}"/>
          </ac:graphicFrameMkLst>
        </pc:graphicFrameChg>
        <pc:graphicFrameChg chg="add mod modGraphic">
          <ac:chgData name="Arnav Rustagi (Omnicom)" userId="a97e4f16-7c3b-498c-a830-179534a05c22" providerId="ADAL" clId="{2AF016CB-4C87-4A6E-8B88-0C38CE30F351}" dt="2026-07-28T12:58:21.197" v="2270" actId="14100"/>
          <ac:graphicFrameMkLst>
            <pc:docMk/>
            <pc:sldMk cId="375830712" sldId="13426"/>
            <ac:graphicFrameMk id="8" creationId="{C4BEB859-F244-3090-5CC3-5D10F3C10DC3}"/>
          </ac:graphicFrameMkLst>
        </pc:graphicFrameChg>
        <pc:cxnChg chg="add del mod">
          <ac:chgData name="Arnav Rustagi (Omnicom)" userId="a97e4f16-7c3b-498c-a830-179534a05c22" providerId="ADAL" clId="{2AF016CB-4C87-4A6E-8B88-0C38CE30F351}" dt="2026-07-28T12:56:44.755" v="2261" actId="11529"/>
          <ac:cxnSpMkLst>
            <pc:docMk/>
            <pc:sldMk cId="375830712" sldId="13426"/>
            <ac:cxnSpMk id="6" creationId="{049F8495-AB53-529F-5D5E-5128D4C9AFE8}"/>
          </ac:cxnSpMkLst>
        </pc:cxnChg>
      </pc:sldChg>
      <pc:sldChg chg="addSp delSp modSp new mod ord">
        <pc:chgData name="Arnav Rustagi (Omnicom)" userId="a97e4f16-7c3b-498c-a830-179534a05c22" providerId="ADAL" clId="{2AF016CB-4C87-4A6E-8B88-0C38CE30F351}" dt="2026-07-28T10:41:33.768" v="2081" actId="21"/>
        <pc:sldMkLst>
          <pc:docMk/>
          <pc:sldMk cId="2328527689" sldId="13427"/>
        </pc:sldMkLst>
        <pc:spChg chg="mod">
          <ac:chgData name="Arnav Rustagi (Omnicom)" userId="a97e4f16-7c3b-498c-a830-179534a05c22" providerId="ADAL" clId="{2AF016CB-4C87-4A6E-8B88-0C38CE30F351}" dt="2026-07-28T09:58:30.551" v="1541" actId="20577"/>
          <ac:spMkLst>
            <pc:docMk/>
            <pc:sldMk cId="2328527689" sldId="13427"/>
            <ac:spMk id="2" creationId="{91D81A72-5A9C-0AB1-F5FD-24D5952A7910}"/>
          </ac:spMkLst>
        </pc:spChg>
        <pc:spChg chg="mod">
          <ac:chgData name="Arnav Rustagi (Omnicom)" userId="a97e4f16-7c3b-498c-a830-179534a05c22" providerId="ADAL" clId="{2AF016CB-4C87-4A6E-8B88-0C38CE30F351}" dt="2026-07-28T10:19:58.644" v="1752" actId="5793"/>
          <ac:spMkLst>
            <pc:docMk/>
            <pc:sldMk cId="2328527689" sldId="13427"/>
            <ac:spMk id="4" creationId="{D4EE5DE5-4FC0-720D-8480-5A455DB2DAFE}"/>
          </ac:spMkLst>
        </pc:spChg>
        <pc:picChg chg="add del mod">
          <ac:chgData name="Arnav Rustagi (Omnicom)" userId="a97e4f16-7c3b-498c-a830-179534a05c22" providerId="ADAL" clId="{2AF016CB-4C87-4A6E-8B88-0C38CE30F351}" dt="2026-07-28T10:41:33.768" v="2081" actId="21"/>
          <ac:picMkLst>
            <pc:docMk/>
            <pc:sldMk cId="2328527689" sldId="13427"/>
            <ac:picMk id="6" creationId="{1BA5F87A-1DF0-B9F8-2C66-01F1EE14F4A3}"/>
          </ac:picMkLst>
        </pc:picChg>
      </pc:sldChg>
      <pc:sldChg chg="addSp modSp new mod modShow">
        <pc:chgData name="Arnav Rustagi (Omnicom)" userId="a97e4f16-7c3b-498c-a830-179534a05c22" providerId="ADAL" clId="{2AF016CB-4C87-4A6E-8B88-0C38CE30F351}" dt="2026-07-28T11:57:40.198" v="2244" actId="729"/>
        <pc:sldMkLst>
          <pc:docMk/>
          <pc:sldMk cId="345177641" sldId="13428"/>
        </pc:sldMkLst>
        <pc:spChg chg="mod">
          <ac:chgData name="Arnav Rustagi (Omnicom)" userId="a97e4f16-7c3b-498c-a830-179534a05c22" providerId="ADAL" clId="{2AF016CB-4C87-4A6E-8B88-0C38CE30F351}" dt="2026-07-28T10:11:57.363" v="1682" actId="20577"/>
          <ac:spMkLst>
            <pc:docMk/>
            <pc:sldMk cId="345177641" sldId="13428"/>
            <ac:spMk id="2" creationId="{0133D015-4728-7DBB-6964-39EB022F89F6}"/>
          </ac:spMkLst>
        </pc:spChg>
        <pc:graphicFrameChg chg="add mod modGraphic">
          <ac:chgData name="Arnav Rustagi (Omnicom)" userId="a97e4f16-7c3b-498c-a830-179534a05c22" providerId="ADAL" clId="{2AF016CB-4C87-4A6E-8B88-0C38CE30F351}" dt="2026-07-28T11:56:28.752" v="2243" actId="2165"/>
          <ac:graphicFrameMkLst>
            <pc:docMk/>
            <pc:sldMk cId="345177641" sldId="13428"/>
            <ac:graphicFrameMk id="5" creationId="{F488BC0C-F296-C979-F9A5-AF01752BB2FC}"/>
          </ac:graphicFrameMkLst>
        </pc:graphicFrameChg>
      </pc:sldChg>
      <pc:sldChg chg="modSp new mod">
        <pc:chgData name="Arnav Rustagi (Omnicom)" userId="a97e4f16-7c3b-498c-a830-179534a05c22" providerId="ADAL" clId="{2AF016CB-4C87-4A6E-8B88-0C38CE30F351}" dt="2026-07-28T10:18:39.096" v="1729" actId="5793"/>
        <pc:sldMkLst>
          <pc:docMk/>
          <pc:sldMk cId="2697105133" sldId="13429"/>
        </pc:sldMkLst>
        <pc:spChg chg="mod">
          <ac:chgData name="Arnav Rustagi (Omnicom)" userId="a97e4f16-7c3b-498c-a830-179534a05c22" providerId="ADAL" clId="{2AF016CB-4C87-4A6E-8B88-0C38CE30F351}" dt="2026-07-28T10:17:48.182" v="1719" actId="20577"/>
          <ac:spMkLst>
            <pc:docMk/>
            <pc:sldMk cId="2697105133" sldId="13429"/>
            <ac:spMk id="2" creationId="{0F7B659F-4820-61CC-14FA-0663EFE2D034}"/>
          </ac:spMkLst>
        </pc:spChg>
        <pc:spChg chg="mod">
          <ac:chgData name="Arnav Rustagi (Omnicom)" userId="a97e4f16-7c3b-498c-a830-179534a05c22" providerId="ADAL" clId="{2AF016CB-4C87-4A6E-8B88-0C38CE30F351}" dt="2026-07-28T10:18:39.096" v="1729" actId="5793"/>
          <ac:spMkLst>
            <pc:docMk/>
            <pc:sldMk cId="2697105133" sldId="13429"/>
            <ac:spMk id="4" creationId="{C6A2CEEE-10B6-EF6C-3BF0-62156B2A8FCF}"/>
          </ac:spMkLst>
        </pc:spChg>
      </pc:sldChg>
      <pc:sldChg chg="addSp modSp new mod modShow">
        <pc:chgData name="Arnav Rustagi (Omnicom)" userId="a97e4f16-7c3b-498c-a830-179534a05c22" providerId="ADAL" clId="{2AF016CB-4C87-4A6E-8B88-0C38CE30F351}" dt="2026-07-28T12:53:10.010" v="2246" actId="729"/>
        <pc:sldMkLst>
          <pc:docMk/>
          <pc:sldMk cId="739794177" sldId="13430"/>
        </pc:sldMkLst>
        <pc:spChg chg="mod">
          <ac:chgData name="Arnav Rustagi (Omnicom)" userId="a97e4f16-7c3b-498c-a830-179534a05c22" providerId="ADAL" clId="{2AF016CB-4C87-4A6E-8B88-0C38CE30F351}" dt="2026-07-28T10:23:54.895" v="1809" actId="20577"/>
          <ac:spMkLst>
            <pc:docMk/>
            <pc:sldMk cId="739794177" sldId="13430"/>
            <ac:spMk id="2" creationId="{F1328737-7546-E2ED-35D7-B29B18D8F080}"/>
          </ac:spMkLst>
        </pc:spChg>
        <pc:spChg chg="mod">
          <ac:chgData name="Arnav Rustagi (Omnicom)" userId="a97e4f16-7c3b-498c-a830-179534a05c22" providerId="ADAL" clId="{2AF016CB-4C87-4A6E-8B88-0C38CE30F351}" dt="2026-07-28T10:24:32.536" v="1856" actId="20577"/>
          <ac:spMkLst>
            <pc:docMk/>
            <pc:sldMk cId="739794177" sldId="13430"/>
            <ac:spMk id="4" creationId="{2F6BB755-7507-C518-5AB4-80A55686C049}"/>
          </ac:spMkLst>
        </pc:spChg>
        <pc:graphicFrameChg chg="add mod modGraphic">
          <ac:chgData name="Arnav Rustagi (Omnicom)" userId="a97e4f16-7c3b-498c-a830-179534a05c22" providerId="ADAL" clId="{2AF016CB-4C87-4A6E-8B88-0C38CE30F351}" dt="2026-07-28T10:26:16.925" v="1868" actId="1076"/>
          <ac:graphicFrameMkLst>
            <pc:docMk/>
            <pc:sldMk cId="739794177" sldId="13430"/>
            <ac:graphicFrameMk id="5" creationId="{F4CFDF3D-3C31-0B68-2DE7-2742C7B71393}"/>
          </ac:graphicFrameMkLst>
        </pc:graphicFrameChg>
      </pc:sldChg>
      <pc:sldChg chg="modSp new mod ord">
        <pc:chgData name="Arnav Rustagi (Omnicom)" userId="a97e4f16-7c3b-498c-a830-179534a05c22" providerId="ADAL" clId="{2AF016CB-4C87-4A6E-8B88-0C38CE30F351}" dt="2026-07-28T17:00:03.460" v="2282"/>
        <pc:sldMkLst>
          <pc:docMk/>
          <pc:sldMk cId="1006190307" sldId="13431"/>
        </pc:sldMkLst>
        <pc:spChg chg="mod">
          <ac:chgData name="Arnav Rustagi (Omnicom)" userId="a97e4f16-7c3b-498c-a830-179534a05c22" providerId="ADAL" clId="{2AF016CB-4C87-4A6E-8B88-0C38CE30F351}" dt="2026-07-28T10:27:31.904" v="1884" actId="20577"/>
          <ac:spMkLst>
            <pc:docMk/>
            <pc:sldMk cId="1006190307" sldId="13431"/>
            <ac:spMk id="2" creationId="{3975DFF7-BFA7-EAAB-4528-5B169F38F5D1}"/>
          </ac:spMkLst>
        </pc:spChg>
        <pc:spChg chg="mod">
          <ac:chgData name="Arnav Rustagi (Omnicom)" userId="a97e4f16-7c3b-498c-a830-179534a05c22" providerId="ADAL" clId="{2AF016CB-4C87-4A6E-8B88-0C38CE30F351}" dt="2026-07-28T10:31:56.252" v="2077" actId="113"/>
          <ac:spMkLst>
            <pc:docMk/>
            <pc:sldMk cId="1006190307" sldId="13431"/>
            <ac:spMk id="4" creationId="{31BB39E0-6419-8D8E-213E-DAD27834DF6D}"/>
          </ac:spMkLst>
        </pc:spChg>
      </pc:sldChg>
      <pc:sldChg chg="new">
        <pc:chgData name="Arnav Rustagi (Omnicom)" userId="a97e4f16-7c3b-498c-a830-179534a05c22" providerId="ADAL" clId="{2AF016CB-4C87-4A6E-8B88-0C38CE30F351}" dt="2026-07-28T10:50:19.778" v="2104" actId="680"/>
        <pc:sldMkLst>
          <pc:docMk/>
          <pc:sldMk cId="3078614877" sldId="13432"/>
        </pc:sldMkLst>
      </pc:sldChg>
      <pc:sldChg chg="modSp new mod">
        <pc:chgData name="Arnav Rustagi (Omnicom)" userId="a97e4f16-7c3b-498c-a830-179534a05c22" providerId="ADAL" clId="{2AF016CB-4C87-4A6E-8B88-0C38CE30F351}" dt="2026-07-28T12:54:37.588" v="2254" actId="5793"/>
        <pc:sldMkLst>
          <pc:docMk/>
          <pc:sldMk cId="1668257454" sldId="13433"/>
        </pc:sldMkLst>
        <pc:spChg chg="mod">
          <ac:chgData name="Arnav Rustagi (Omnicom)" userId="a97e4f16-7c3b-498c-a830-179534a05c22" providerId="ADAL" clId="{2AF016CB-4C87-4A6E-8B88-0C38CE30F351}" dt="2026-07-28T12:54:37.588" v="2254" actId="5793"/>
          <ac:spMkLst>
            <pc:docMk/>
            <pc:sldMk cId="1668257454" sldId="13433"/>
            <ac:spMk id="2" creationId="{0A0673A5-15D6-FC9C-AB2F-B919FF872994}"/>
          </ac:spMkLst>
        </pc:spChg>
        <pc:spChg chg="mod">
          <ac:chgData name="Arnav Rustagi (Omnicom)" userId="a97e4f16-7c3b-498c-a830-179534a05c22" providerId="ADAL" clId="{2AF016CB-4C87-4A6E-8B88-0C38CE30F351}" dt="2026-07-28T11:00:22.977" v="2241" actId="20577"/>
          <ac:spMkLst>
            <pc:docMk/>
            <pc:sldMk cId="1668257454" sldId="13433"/>
            <ac:spMk id="4" creationId="{9EA09921-BBFB-3C81-84A6-22901E8DDA83}"/>
          </ac:spMkLst>
        </pc:spChg>
      </pc:sldChg>
    </pc:docChg>
  </pc:docChgLst>
  <pc:docChgLst>
    <pc:chgData name="Bhavesh Rughooputh (Omnicom)" userId="S::bhavesh.rughooputh@omc.com::ee2d45c2-76d0-4712-af04-9dcb022eabd6" providerId="AD" clId="Web-{27871F3E-447F-45DF-6BF0-F0A18B8A5A77}"/>
    <pc:docChg chg="modSld">
      <pc:chgData name="Bhavesh Rughooputh (Omnicom)" userId="S::bhavesh.rughooputh@omc.com::ee2d45c2-76d0-4712-af04-9dcb022eabd6" providerId="AD" clId="Web-{27871F3E-447F-45DF-6BF0-F0A18B8A5A77}" dt="2026-07-28T12:40:34.478" v="0" actId="20577"/>
      <pc:docMkLst>
        <pc:docMk/>
      </pc:docMkLst>
      <pc:sldChg chg="modSp">
        <pc:chgData name="Bhavesh Rughooputh (Omnicom)" userId="S::bhavesh.rughooputh@omc.com::ee2d45c2-76d0-4712-af04-9dcb022eabd6" providerId="AD" clId="Web-{27871F3E-447F-45DF-6BF0-F0A18B8A5A77}" dt="2026-07-28T12:40:34.478" v="0" actId="20577"/>
        <pc:sldMkLst>
          <pc:docMk/>
          <pc:sldMk cId="1006190307" sldId="13431"/>
        </pc:sldMkLst>
        <pc:spChg chg="mod">
          <ac:chgData name="Bhavesh Rughooputh (Omnicom)" userId="S::bhavesh.rughooputh@omc.com::ee2d45c2-76d0-4712-af04-9dcb022eabd6" providerId="AD" clId="Web-{27871F3E-447F-45DF-6BF0-F0A18B8A5A77}" dt="2026-07-28T12:40:34.478" v="0" actId="20577"/>
          <ac:spMkLst>
            <pc:docMk/>
            <pc:sldMk cId="1006190307" sldId="13431"/>
            <ac:spMk id="4" creationId="{31BB39E0-6419-8D8E-213E-DAD27834DF6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0AC094-D313-46FE-9887-2A9098AAF848}" type="doc">
      <dgm:prSet loTypeId="urn:microsoft.com/office/officeart/2005/8/layout/hProcess9" loCatId="process" qsTypeId="urn:microsoft.com/office/officeart/2005/8/quickstyle/simple1" qsCatId="simple" csTypeId="urn:microsoft.com/office/officeart/2005/8/colors/accent1_1" csCatId="accent1" phldr="1"/>
      <dgm:spPr/>
    </dgm:pt>
    <dgm:pt modelId="{575B4C68-D37F-4171-8780-1B824C919952}">
      <dgm:prSet phldrT="[Text]"/>
      <dgm:spPr/>
      <dgm:t>
        <a:bodyPr/>
        <a:lstStyle/>
        <a:p>
          <a:r>
            <a:rPr lang="en-IN"/>
            <a:t>AMP File</a:t>
          </a:r>
        </a:p>
      </dgm:t>
    </dgm:pt>
    <dgm:pt modelId="{718E1B61-9C39-4EE1-B2F8-E1518CEE5412}" type="parTrans" cxnId="{3C364FF4-8A24-4853-8614-F8551633D5EE}">
      <dgm:prSet/>
      <dgm:spPr/>
      <dgm:t>
        <a:bodyPr/>
        <a:lstStyle/>
        <a:p>
          <a:endParaRPr lang="en-IN"/>
        </a:p>
      </dgm:t>
    </dgm:pt>
    <dgm:pt modelId="{B332A19C-B72B-4807-836B-8242C12481A3}" type="sibTrans" cxnId="{3C364FF4-8A24-4853-8614-F8551633D5EE}">
      <dgm:prSet/>
      <dgm:spPr/>
      <dgm:t>
        <a:bodyPr/>
        <a:lstStyle/>
        <a:p>
          <a:endParaRPr lang="en-IN"/>
        </a:p>
      </dgm:t>
    </dgm:pt>
    <dgm:pt modelId="{75AF4525-13B3-473D-A47B-036AAE0F48CE}">
      <dgm:prSet/>
      <dgm:spPr/>
      <dgm:t>
        <a:bodyPr/>
        <a:lstStyle/>
        <a:p>
          <a:r>
            <a:rPr lang="en-IN"/>
            <a:t>URL Validator</a:t>
          </a:r>
        </a:p>
      </dgm:t>
    </dgm:pt>
    <dgm:pt modelId="{294BF28C-7EFF-4B40-AC0A-622A531B1531}" type="parTrans" cxnId="{8DFA68C1-A92A-4F9C-8AC3-B21B643ED8BE}">
      <dgm:prSet/>
      <dgm:spPr/>
      <dgm:t>
        <a:bodyPr/>
        <a:lstStyle/>
        <a:p>
          <a:endParaRPr lang="en-IN"/>
        </a:p>
      </dgm:t>
    </dgm:pt>
    <dgm:pt modelId="{3DC5F5CD-C1B5-4F91-B5B7-586C1BBC0852}" type="sibTrans" cxnId="{8DFA68C1-A92A-4F9C-8AC3-B21B643ED8BE}">
      <dgm:prSet/>
      <dgm:spPr/>
      <dgm:t>
        <a:bodyPr/>
        <a:lstStyle/>
        <a:p>
          <a:endParaRPr lang="en-IN"/>
        </a:p>
      </dgm:t>
    </dgm:pt>
    <dgm:pt modelId="{ECF2D5D8-10E2-41F3-B4D6-26CDBDB7ACDD}">
      <dgm:prSet/>
      <dgm:spPr/>
      <dgm:t>
        <a:bodyPr/>
        <a:lstStyle/>
        <a:p>
          <a:r>
            <a:rPr lang="en-IN"/>
            <a:t>Validation Engine</a:t>
          </a:r>
        </a:p>
      </dgm:t>
    </dgm:pt>
    <dgm:pt modelId="{910FFF65-D079-4B60-91A4-786AB92F012C}" type="parTrans" cxnId="{489C5D30-06D9-4BAF-A1AF-D4F8DAA3B189}">
      <dgm:prSet/>
      <dgm:spPr/>
      <dgm:t>
        <a:bodyPr/>
        <a:lstStyle/>
        <a:p>
          <a:endParaRPr lang="en-IN"/>
        </a:p>
      </dgm:t>
    </dgm:pt>
    <dgm:pt modelId="{D3375D2B-00AE-4BF7-A599-C7551FD457DD}" type="sibTrans" cxnId="{489C5D30-06D9-4BAF-A1AF-D4F8DAA3B189}">
      <dgm:prSet/>
      <dgm:spPr/>
      <dgm:t>
        <a:bodyPr/>
        <a:lstStyle/>
        <a:p>
          <a:endParaRPr lang="en-IN"/>
        </a:p>
      </dgm:t>
    </dgm:pt>
    <dgm:pt modelId="{83FE8B8B-FDFB-431F-A89C-210570106C37}">
      <dgm:prSet/>
      <dgm:spPr/>
      <dgm:t>
        <a:bodyPr/>
        <a:lstStyle/>
        <a:p>
          <a:r>
            <a:rPr lang="en-IN"/>
            <a:t>Issue Classification</a:t>
          </a:r>
        </a:p>
      </dgm:t>
    </dgm:pt>
    <dgm:pt modelId="{14E00748-1D20-4A39-B970-CB1E872441AA}" type="parTrans" cxnId="{8F10FA70-7151-448B-9ABE-1DB34C1EDB1F}">
      <dgm:prSet/>
      <dgm:spPr/>
      <dgm:t>
        <a:bodyPr/>
        <a:lstStyle/>
        <a:p>
          <a:endParaRPr lang="en-IN"/>
        </a:p>
      </dgm:t>
    </dgm:pt>
    <dgm:pt modelId="{B56F0BCF-0D0C-446D-85AC-4C7C76B977DA}" type="sibTrans" cxnId="{8F10FA70-7151-448B-9ABE-1DB34C1EDB1F}">
      <dgm:prSet/>
      <dgm:spPr/>
      <dgm:t>
        <a:bodyPr/>
        <a:lstStyle/>
        <a:p>
          <a:endParaRPr lang="en-IN"/>
        </a:p>
      </dgm:t>
    </dgm:pt>
    <dgm:pt modelId="{80F8C620-CED0-4EFE-9F67-037B37D70B5F}">
      <dgm:prSet/>
      <dgm:spPr/>
      <dgm:t>
        <a:bodyPr/>
        <a:lstStyle/>
        <a:p>
          <a:r>
            <a:rPr lang="en-IN"/>
            <a:t>Recommended Fixes</a:t>
          </a:r>
        </a:p>
      </dgm:t>
    </dgm:pt>
    <dgm:pt modelId="{EFE44ED7-C71F-47BC-88CF-65E7C3828BB1}" type="parTrans" cxnId="{1B2AB8BC-47E1-492F-89BB-3CD2DFF2ACC3}">
      <dgm:prSet/>
      <dgm:spPr/>
      <dgm:t>
        <a:bodyPr/>
        <a:lstStyle/>
        <a:p>
          <a:endParaRPr lang="en-IN"/>
        </a:p>
      </dgm:t>
    </dgm:pt>
    <dgm:pt modelId="{EBAB423C-1659-4BE4-8744-CE8F6F939737}" type="sibTrans" cxnId="{1B2AB8BC-47E1-492F-89BB-3CD2DFF2ACC3}">
      <dgm:prSet/>
      <dgm:spPr/>
      <dgm:t>
        <a:bodyPr/>
        <a:lstStyle/>
        <a:p>
          <a:endParaRPr lang="en-IN"/>
        </a:p>
      </dgm:t>
    </dgm:pt>
    <dgm:pt modelId="{BE519C67-543A-4127-A42F-AC05DBB4271F}">
      <dgm:prSet/>
      <dgm:spPr/>
      <dgm:t>
        <a:bodyPr/>
        <a:lstStyle/>
        <a:p>
          <a:r>
            <a:rPr lang="en-IN"/>
            <a:t>QA Output File</a:t>
          </a:r>
        </a:p>
      </dgm:t>
    </dgm:pt>
    <dgm:pt modelId="{DFE64EAC-A0D9-4C41-A81C-81528BF6D80B}" type="parTrans" cxnId="{476C8C4F-BB10-4B0C-8D8B-A3C91F5677AC}">
      <dgm:prSet/>
      <dgm:spPr/>
      <dgm:t>
        <a:bodyPr/>
        <a:lstStyle/>
        <a:p>
          <a:endParaRPr lang="en-IN"/>
        </a:p>
      </dgm:t>
    </dgm:pt>
    <dgm:pt modelId="{34837EBA-C620-4988-9A8F-5A673BE73749}" type="sibTrans" cxnId="{476C8C4F-BB10-4B0C-8D8B-A3C91F5677AC}">
      <dgm:prSet/>
      <dgm:spPr/>
      <dgm:t>
        <a:bodyPr/>
        <a:lstStyle/>
        <a:p>
          <a:endParaRPr lang="en-IN"/>
        </a:p>
      </dgm:t>
    </dgm:pt>
    <dgm:pt modelId="{FBBCB5BF-F2DA-4FE3-B22F-837EBA14EFBE}" type="pres">
      <dgm:prSet presAssocID="{8A0AC094-D313-46FE-9887-2A9098AAF848}" presName="CompostProcess" presStyleCnt="0">
        <dgm:presLayoutVars>
          <dgm:dir/>
          <dgm:resizeHandles val="exact"/>
        </dgm:presLayoutVars>
      </dgm:prSet>
      <dgm:spPr/>
    </dgm:pt>
    <dgm:pt modelId="{AE91801F-4A65-4D9E-BA45-15229FD4BAEE}" type="pres">
      <dgm:prSet presAssocID="{8A0AC094-D313-46FE-9887-2A9098AAF848}" presName="arrow" presStyleLbl="bgShp" presStyleIdx="0" presStyleCnt="1"/>
      <dgm:spPr/>
    </dgm:pt>
    <dgm:pt modelId="{6EF25456-B4DC-4D66-A7C0-BAB0122FDE30}" type="pres">
      <dgm:prSet presAssocID="{8A0AC094-D313-46FE-9887-2A9098AAF848}" presName="linearProcess" presStyleCnt="0"/>
      <dgm:spPr/>
    </dgm:pt>
    <dgm:pt modelId="{B2AFF18C-9DCF-40F7-9F3F-6B718C9E9DC9}" type="pres">
      <dgm:prSet presAssocID="{575B4C68-D37F-4171-8780-1B824C919952}" presName="textNode" presStyleLbl="node1" presStyleIdx="0" presStyleCnt="6">
        <dgm:presLayoutVars>
          <dgm:bulletEnabled val="1"/>
        </dgm:presLayoutVars>
      </dgm:prSet>
      <dgm:spPr/>
    </dgm:pt>
    <dgm:pt modelId="{28F02BD2-144A-4260-BF98-93A1C71A18E3}" type="pres">
      <dgm:prSet presAssocID="{B332A19C-B72B-4807-836B-8242C12481A3}" presName="sibTrans" presStyleCnt="0"/>
      <dgm:spPr/>
    </dgm:pt>
    <dgm:pt modelId="{C4143E83-E2C3-4054-B420-CAC21801FB3E}" type="pres">
      <dgm:prSet presAssocID="{75AF4525-13B3-473D-A47B-036AAE0F48CE}" presName="textNode" presStyleLbl="node1" presStyleIdx="1" presStyleCnt="6">
        <dgm:presLayoutVars>
          <dgm:bulletEnabled val="1"/>
        </dgm:presLayoutVars>
      </dgm:prSet>
      <dgm:spPr/>
    </dgm:pt>
    <dgm:pt modelId="{9B314D8F-3216-4C7F-AF72-B94CF0DF042B}" type="pres">
      <dgm:prSet presAssocID="{3DC5F5CD-C1B5-4F91-B5B7-586C1BBC0852}" presName="sibTrans" presStyleCnt="0"/>
      <dgm:spPr/>
    </dgm:pt>
    <dgm:pt modelId="{28746638-D4F4-4E44-8666-28FEABF7C165}" type="pres">
      <dgm:prSet presAssocID="{ECF2D5D8-10E2-41F3-B4D6-26CDBDB7ACDD}" presName="textNode" presStyleLbl="node1" presStyleIdx="2" presStyleCnt="6">
        <dgm:presLayoutVars>
          <dgm:bulletEnabled val="1"/>
        </dgm:presLayoutVars>
      </dgm:prSet>
      <dgm:spPr/>
    </dgm:pt>
    <dgm:pt modelId="{BA26F587-28E3-4E95-B693-2F50B22BF455}" type="pres">
      <dgm:prSet presAssocID="{D3375D2B-00AE-4BF7-A599-C7551FD457DD}" presName="sibTrans" presStyleCnt="0"/>
      <dgm:spPr/>
    </dgm:pt>
    <dgm:pt modelId="{D0A20B2A-E9B5-45F7-AD70-AE64D3AB1C71}" type="pres">
      <dgm:prSet presAssocID="{83FE8B8B-FDFB-431F-A89C-210570106C37}" presName="textNode" presStyleLbl="node1" presStyleIdx="3" presStyleCnt="6">
        <dgm:presLayoutVars>
          <dgm:bulletEnabled val="1"/>
        </dgm:presLayoutVars>
      </dgm:prSet>
      <dgm:spPr/>
    </dgm:pt>
    <dgm:pt modelId="{8F61FF58-1DEA-4550-B572-663B0898F5B0}" type="pres">
      <dgm:prSet presAssocID="{B56F0BCF-0D0C-446D-85AC-4C7C76B977DA}" presName="sibTrans" presStyleCnt="0"/>
      <dgm:spPr/>
    </dgm:pt>
    <dgm:pt modelId="{DCA92CA4-1708-4B8A-B27C-42FE21C09E9E}" type="pres">
      <dgm:prSet presAssocID="{80F8C620-CED0-4EFE-9F67-037B37D70B5F}" presName="textNode" presStyleLbl="node1" presStyleIdx="4" presStyleCnt="6">
        <dgm:presLayoutVars>
          <dgm:bulletEnabled val="1"/>
        </dgm:presLayoutVars>
      </dgm:prSet>
      <dgm:spPr/>
    </dgm:pt>
    <dgm:pt modelId="{BC186B51-B3B7-406C-A813-B9A4AA38DD6B}" type="pres">
      <dgm:prSet presAssocID="{EBAB423C-1659-4BE4-8744-CE8F6F939737}" presName="sibTrans" presStyleCnt="0"/>
      <dgm:spPr/>
    </dgm:pt>
    <dgm:pt modelId="{2239BAB7-E674-4F8F-BF12-1F339D1AE165}" type="pres">
      <dgm:prSet presAssocID="{BE519C67-543A-4127-A42F-AC05DBB4271F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07805309-97F3-4D94-B11F-1027B5BF6B6B}" type="presOf" srcId="{75AF4525-13B3-473D-A47B-036AAE0F48CE}" destId="{C4143E83-E2C3-4054-B420-CAC21801FB3E}" srcOrd="0" destOrd="0" presId="urn:microsoft.com/office/officeart/2005/8/layout/hProcess9"/>
    <dgm:cxn modelId="{EE3D6316-A664-420B-AF59-79735F22CBEC}" type="presOf" srcId="{8A0AC094-D313-46FE-9887-2A9098AAF848}" destId="{FBBCB5BF-F2DA-4FE3-B22F-837EBA14EFBE}" srcOrd="0" destOrd="0" presId="urn:microsoft.com/office/officeart/2005/8/layout/hProcess9"/>
    <dgm:cxn modelId="{305A2820-390C-46DD-9C0C-712E1C8056BC}" type="presOf" srcId="{80F8C620-CED0-4EFE-9F67-037B37D70B5F}" destId="{DCA92CA4-1708-4B8A-B27C-42FE21C09E9E}" srcOrd="0" destOrd="0" presId="urn:microsoft.com/office/officeart/2005/8/layout/hProcess9"/>
    <dgm:cxn modelId="{489C5D30-06D9-4BAF-A1AF-D4F8DAA3B189}" srcId="{8A0AC094-D313-46FE-9887-2A9098AAF848}" destId="{ECF2D5D8-10E2-41F3-B4D6-26CDBDB7ACDD}" srcOrd="2" destOrd="0" parTransId="{910FFF65-D079-4B60-91A4-786AB92F012C}" sibTransId="{D3375D2B-00AE-4BF7-A599-C7551FD457DD}"/>
    <dgm:cxn modelId="{66BDAB3D-E80E-470D-B7B0-B6741CF25188}" type="presOf" srcId="{BE519C67-543A-4127-A42F-AC05DBB4271F}" destId="{2239BAB7-E674-4F8F-BF12-1F339D1AE165}" srcOrd="0" destOrd="0" presId="urn:microsoft.com/office/officeart/2005/8/layout/hProcess9"/>
    <dgm:cxn modelId="{835BCE41-17D3-46E3-8B77-C2AD2F3E240A}" type="presOf" srcId="{575B4C68-D37F-4171-8780-1B824C919952}" destId="{B2AFF18C-9DCF-40F7-9F3F-6B718C9E9DC9}" srcOrd="0" destOrd="0" presId="urn:microsoft.com/office/officeart/2005/8/layout/hProcess9"/>
    <dgm:cxn modelId="{E03B1044-2CFF-4180-A9F3-A0FDCF51D72D}" type="presOf" srcId="{83FE8B8B-FDFB-431F-A89C-210570106C37}" destId="{D0A20B2A-E9B5-45F7-AD70-AE64D3AB1C71}" srcOrd="0" destOrd="0" presId="urn:microsoft.com/office/officeart/2005/8/layout/hProcess9"/>
    <dgm:cxn modelId="{476C8C4F-BB10-4B0C-8D8B-A3C91F5677AC}" srcId="{8A0AC094-D313-46FE-9887-2A9098AAF848}" destId="{BE519C67-543A-4127-A42F-AC05DBB4271F}" srcOrd="5" destOrd="0" parTransId="{DFE64EAC-A0D9-4C41-A81C-81528BF6D80B}" sibTransId="{34837EBA-C620-4988-9A8F-5A673BE73749}"/>
    <dgm:cxn modelId="{8F10FA70-7151-448B-9ABE-1DB34C1EDB1F}" srcId="{8A0AC094-D313-46FE-9887-2A9098AAF848}" destId="{83FE8B8B-FDFB-431F-A89C-210570106C37}" srcOrd="3" destOrd="0" parTransId="{14E00748-1D20-4A39-B970-CB1E872441AA}" sibTransId="{B56F0BCF-0D0C-446D-85AC-4C7C76B977DA}"/>
    <dgm:cxn modelId="{1B2AB8BC-47E1-492F-89BB-3CD2DFF2ACC3}" srcId="{8A0AC094-D313-46FE-9887-2A9098AAF848}" destId="{80F8C620-CED0-4EFE-9F67-037B37D70B5F}" srcOrd="4" destOrd="0" parTransId="{EFE44ED7-C71F-47BC-88CF-65E7C3828BB1}" sibTransId="{EBAB423C-1659-4BE4-8744-CE8F6F939737}"/>
    <dgm:cxn modelId="{8DFA68C1-A92A-4F9C-8AC3-B21B643ED8BE}" srcId="{8A0AC094-D313-46FE-9887-2A9098AAF848}" destId="{75AF4525-13B3-473D-A47B-036AAE0F48CE}" srcOrd="1" destOrd="0" parTransId="{294BF28C-7EFF-4B40-AC0A-622A531B1531}" sibTransId="{3DC5F5CD-C1B5-4F91-B5B7-586C1BBC0852}"/>
    <dgm:cxn modelId="{F893A6DD-62A3-4CE8-8C9C-2BDAE7C2BF04}" type="presOf" srcId="{ECF2D5D8-10E2-41F3-B4D6-26CDBDB7ACDD}" destId="{28746638-D4F4-4E44-8666-28FEABF7C165}" srcOrd="0" destOrd="0" presId="urn:microsoft.com/office/officeart/2005/8/layout/hProcess9"/>
    <dgm:cxn modelId="{3C364FF4-8A24-4853-8614-F8551633D5EE}" srcId="{8A0AC094-D313-46FE-9887-2A9098AAF848}" destId="{575B4C68-D37F-4171-8780-1B824C919952}" srcOrd="0" destOrd="0" parTransId="{718E1B61-9C39-4EE1-B2F8-E1518CEE5412}" sibTransId="{B332A19C-B72B-4807-836B-8242C12481A3}"/>
    <dgm:cxn modelId="{13381126-3DA3-4CE7-9050-F4C3ADBA1671}" type="presParOf" srcId="{FBBCB5BF-F2DA-4FE3-B22F-837EBA14EFBE}" destId="{AE91801F-4A65-4D9E-BA45-15229FD4BAEE}" srcOrd="0" destOrd="0" presId="urn:microsoft.com/office/officeart/2005/8/layout/hProcess9"/>
    <dgm:cxn modelId="{8D141193-D204-4281-8562-34BB7D05ACCF}" type="presParOf" srcId="{FBBCB5BF-F2DA-4FE3-B22F-837EBA14EFBE}" destId="{6EF25456-B4DC-4D66-A7C0-BAB0122FDE30}" srcOrd="1" destOrd="0" presId="urn:microsoft.com/office/officeart/2005/8/layout/hProcess9"/>
    <dgm:cxn modelId="{4CD62255-0513-40E2-A566-050977C3D0B0}" type="presParOf" srcId="{6EF25456-B4DC-4D66-A7C0-BAB0122FDE30}" destId="{B2AFF18C-9DCF-40F7-9F3F-6B718C9E9DC9}" srcOrd="0" destOrd="0" presId="urn:microsoft.com/office/officeart/2005/8/layout/hProcess9"/>
    <dgm:cxn modelId="{40EAA844-25F3-43B7-99DB-A25CE494AB37}" type="presParOf" srcId="{6EF25456-B4DC-4D66-A7C0-BAB0122FDE30}" destId="{28F02BD2-144A-4260-BF98-93A1C71A18E3}" srcOrd="1" destOrd="0" presId="urn:microsoft.com/office/officeart/2005/8/layout/hProcess9"/>
    <dgm:cxn modelId="{283FBED6-8879-4FFF-B8C7-0C79273DC034}" type="presParOf" srcId="{6EF25456-B4DC-4D66-A7C0-BAB0122FDE30}" destId="{C4143E83-E2C3-4054-B420-CAC21801FB3E}" srcOrd="2" destOrd="0" presId="urn:microsoft.com/office/officeart/2005/8/layout/hProcess9"/>
    <dgm:cxn modelId="{53D934A3-2D66-41DE-9850-6E76193064AA}" type="presParOf" srcId="{6EF25456-B4DC-4D66-A7C0-BAB0122FDE30}" destId="{9B314D8F-3216-4C7F-AF72-B94CF0DF042B}" srcOrd="3" destOrd="0" presId="urn:microsoft.com/office/officeart/2005/8/layout/hProcess9"/>
    <dgm:cxn modelId="{648257CB-374D-4B2D-A74B-8E7511E91CFC}" type="presParOf" srcId="{6EF25456-B4DC-4D66-A7C0-BAB0122FDE30}" destId="{28746638-D4F4-4E44-8666-28FEABF7C165}" srcOrd="4" destOrd="0" presId="urn:microsoft.com/office/officeart/2005/8/layout/hProcess9"/>
    <dgm:cxn modelId="{44263261-A6F7-45AD-8ABD-0A5759D70821}" type="presParOf" srcId="{6EF25456-B4DC-4D66-A7C0-BAB0122FDE30}" destId="{BA26F587-28E3-4E95-B693-2F50B22BF455}" srcOrd="5" destOrd="0" presId="urn:microsoft.com/office/officeart/2005/8/layout/hProcess9"/>
    <dgm:cxn modelId="{B4E86867-75AE-484D-AFE5-3B6301B2C81F}" type="presParOf" srcId="{6EF25456-B4DC-4D66-A7C0-BAB0122FDE30}" destId="{D0A20B2A-E9B5-45F7-AD70-AE64D3AB1C71}" srcOrd="6" destOrd="0" presId="urn:microsoft.com/office/officeart/2005/8/layout/hProcess9"/>
    <dgm:cxn modelId="{962C38A0-12B3-46D2-8732-1EDC12F6084C}" type="presParOf" srcId="{6EF25456-B4DC-4D66-A7C0-BAB0122FDE30}" destId="{8F61FF58-1DEA-4550-B572-663B0898F5B0}" srcOrd="7" destOrd="0" presId="urn:microsoft.com/office/officeart/2005/8/layout/hProcess9"/>
    <dgm:cxn modelId="{E3E6DBED-F5D7-4C27-A49F-62FC92A4FB08}" type="presParOf" srcId="{6EF25456-B4DC-4D66-A7C0-BAB0122FDE30}" destId="{DCA92CA4-1708-4B8A-B27C-42FE21C09E9E}" srcOrd="8" destOrd="0" presId="urn:microsoft.com/office/officeart/2005/8/layout/hProcess9"/>
    <dgm:cxn modelId="{F3E589F1-278E-4429-A719-41853398F553}" type="presParOf" srcId="{6EF25456-B4DC-4D66-A7C0-BAB0122FDE30}" destId="{BC186B51-B3B7-406C-A813-B9A4AA38DD6B}" srcOrd="9" destOrd="0" presId="urn:microsoft.com/office/officeart/2005/8/layout/hProcess9"/>
    <dgm:cxn modelId="{DEFDE561-33BD-45BD-BB4C-C161FC2D23FA}" type="presParOf" srcId="{6EF25456-B4DC-4D66-A7C0-BAB0122FDE30}" destId="{2239BAB7-E674-4F8F-BF12-1F339D1AE165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91801F-4A65-4D9E-BA45-15229FD4BAEE}">
      <dsp:nvSpPr>
        <dsp:cNvPr id="0" name=""/>
        <dsp:cNvSpPr/>
      </dsp:nvSpPr>
      <dsp:spPr>
        <a:xfrm>
          <a:off x="854015" y="0"/>
          <a:ext cx="9678837" cy="541866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AFF18C-9DCF-40F7-9F3F-6B718C9E9DC9}">
      <dsp:nvSpPr>
        <dsp:cNvPr id="0" name=""/>
        <dsp:cNvSpPr/>
      </dsp:nvSpPr>
      <dsp:spPr>
        <a:xfrm>
          <a:off x="4070" y="1625600"/>
          <a:ext cx="1785370" cy="21674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AMP File</a:t>
          </a:r>
        </a:p>
      </dsp:txBody>
      <dsp:txXfrm>
        <a:off x="91225" y="1712755"/>
        <a:ext cx="1611060" cy="1993156"/>
      </dsp:txXfrm>
    </dsp:sp>
    <dsp:sp modelId="{C4143E83-E2C3-4054-B420-CAC21801FB3E}">
      <dsp:nvSpPr>
        <dsp:cNvPr id="0" name=""/>
        <dsp:cNvSpPr/>
      </dsp:nvSpPr>
      <dsp:spPr>
        <a:xfrm>
          <a:off x="1922741" y="1625600"/>
          <a:ext cx="1785370" cy="21674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URL Validator</a:t>
          </a:r>
        </a:p>
      </dsp:txBody>
      <dsp:txXfrm>
        <a:off x="2009896" y="1712755"/>
        <a:ext cx="1611060" cy="1993156"/>
      </dsp:txXfrm>
    </dsp:sp>
    <dsp:sp modelId="{28746638-D4F4-4E44-8666-28FEABF7C165}">
      <dsp:nvSpPr>
        <dsp:cNvPr id="0" name=""/>
        <dsp:cNvSpPr/>
      </dsp:nvSpPr>
      <dsp:spPr>
        <a:xfrm>
          <a:off x="3841413" y="1625600"/>
          <a:ext cx="1785370" cy="21674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Validation Engine</a:t>
          </a:r>
        </a:p>
      </dsp:txBody>
      <dsp:txXfrm>
        <a:off x="3928568" y="1712755"/>
        <a:ext cx="1611060" cy="1993156"/>
      </dsp:txXfrm>
    </dsp:sp>
    <dsp:sp modelId="{D0A20B2A-E9B5-45F7-AD70-AE64D3AB1C71}">
      <dsp:nvSpPr>
        <dsp:cNvPr id="0" name=""/>
        <dsp:cNvSpPr/>
      </dsp:nvSpPr>
      <dsp:spPr>
        <a:xfrm>
          <a:off x="5760084" y="1625600"/>
          <a:ext cx="1785370" cy="21674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Issue Classification</a:t>
          </a:r>
        </a:p>
      </dsp:txBody>
      <dsp:txXfrm>
        <a:off x="5847239" y="1712755"/>
        <a:ext cx="1611060" cy="1993156"/>
      </dsp:txXfrm>
    </dsp:sp>
    <dsp:sp modelId="{DCA92CA4-1708-4B8A-B27C-42FE21C09E9E}">
      <dsp:nvSpPr>
        <dsp:cNvPr id="0" name=""/>
        <dsp:cNvSpPr/>
      </dsp:nvSpPr>
      <dsp:spPr>
        <a:xfrm>
          <a:off x="7678755" y="1625600"/>
          <a:ext cx="1785370" cy="21674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Recommended Fixes</a:t>
          </a:r>
        </a:p>
      </dsp:txBody>
      <dsp:txXfrm>
        <a:off x="7765910" y="1712755"/>
        <a:ext cx="1611060" cy="1993156"/>
      </dsp:txXfrm>
    </dsp:sp>
    <dsp:sp modelId="{2239BAB7-E674-4F8F-BF12-1F339D1AE165}">
      <dsp:nvSpPr>
        <dsp:cNvPr id="0" name=""/>
        <dsp:cNvSpPr/>
      </dsp:nvSpPr>
      <dsp:spPr>
        <a:xfrm>
          <a:off x="9597427" y="1625600"/>
          <a:ext cx="1785370" cy="21674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QA Output File</a:t>
          </a:r>
        </a:p>
      </dsp:txBody>
      <dsp:txXfrm>
        <a:off x="9684582" y="1712755"/>
        <a:ext cx="1611060" cy="19931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F57D1-7FD4-4FD4-82A2-112A6CB6F29A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A5D75-CD50-487B-86C6-F1973958D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96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A5D75-CD50-487B-86C6-F1973958D26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628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 Stripe Cov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1DAB5E3-4FFF-7F40-BD9C-6493C329245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3667795" cy="687308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marR="0" indent="0" algn="ctr" defTabSz="410683" rtl="0" eaLnBrk="1" fontAlgn="auto" latinLnBrk="0" hangingPunct="1">
              <a:lnSpc>
                <a:spcPct val="100000"/>
              </a:lnSpc>
              <a:spcBef>
                <a:spcPts val="2949"/>
              </a:spcBef>
              <a:spcAft>
                <a:spcPts val="0"/>
              </a:spcAft>
              <a:buClrTx/>
              <a:buSzPct val="145000"/>
              <a:buFontTx/>
              <a:buNone/>
              <a:tabLst/>
              <a:defRPr sz="125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24" name="Image" descr="Image">
            <a:extLst>
              <a:ext uri="{FF2B5EF4-FFF2-40B4-BE49-F238E27FC236}">
                <a16:creationId xmlns:a16="http://schemas.microsoft.com/office/drawing/2014/main" id="{B0A7B5F7-F26A-D54F-81B0-67B5BE3318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67796" y="1196"/>
            <a:ext cx="2892441" cy="6857186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ext">
            <a:extLst>
              <a:ext uri="{FF2B5EF4-FFF2-40B4-BE49-F238E27FC236}">
                <a16:creationId xmlns:a16="http://schemas.microsoft.com/office/drawing/2014/main" id="{8BBEFEAC-912D-B544-8AE4-92CD58060173}"/>
              </a:ext>
            </a:extLst>
          </p:cNvPr>
          <p:cNvSpPr txBox="1"/>
          <p:nvPr userDrawn="1"/>
        </p:nvSpPr>
        <p:spPr>
          <a:xfrm>
            <a:off x="2654301" y="1330512"/>
            <a:ext cx="9275016" cy="1302912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pPr>
              <a:defRPr sz="16000" cap="all" spc="-639">
                <a:latin typeface="+mj-lt"/>
                <a:ea typeface="+mj-ea"/>
                <a:cs typeface="+mj-cs"/>
                <a:sym typeface="DIN Offc Pro Black"/>
              </a:defRPr>
            </a:pPr>
            <a:endParaRPr sz="7998">
              <a:ln>
                <a:noFill/>
              </a:ln>
              <a:solidFill>
                <a:srgbClr val="000000"/>
              </a:solidFill>
            </a:endParaRP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9FF4709B-BCA9-FD40-AEB0-25731B864764}"/>
              </a:ext>
            </a:extLst>
          </p:cNvPr>
          <p:cNvSpPr txBox="1"/>
          <p:nvPr userDrawn="1"/>
        </p:nvSpPr>
        <p:spPr>
          <a:xfrm>
            <a:off x="6714934" y="2582756"/>
            <a:ext cx="5217899" cy="210625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endParaRPr sz="900">
              <a:ln>
                <a:noFill/>
              </a:ln>
              <a:solidFill>
                <a:srgbClr val="000000"/>
              </a:solidFill>
            </a:endParaRP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0BE8AE07-D521-C44D-B6EF-CCEBF520E9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1134" y="263849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2CCADF-A122-0C47-A36E-774C0C3F6A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0500" y="1377385"/>
            <a:ext cx="9274969" cy="10342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7998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7430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hoto Stripe Cov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" descr="Image">
            <a:extLst>
              <a:ext uri="{FF2B5EF4-FFF2-40B4-BE49-F238E27FC236}">
                <a16:creationId xmlns:a16="http://schemas.microsoft.com/office/drawing/2014/main" id="{B0A7B5F7-F26A-D54F-81B0-67B5BE3318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7796" y="1196"/>
            <a:ext cx="2892441" cy="6857186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ext">
            <a:extLst>
              <a:ext uri="{FF2B5EF4-FFF2-40B4-BE49-F238E27FC236}">
                <a16:creationId xmlns:a16="http://schemas.microsoft.com/office/drawing/2014/main" id="{8BBEFEAC-912D-B544-8AE4-92CD58060173}"/>
              </a:ext>
            </a:extLst>
          </p:cNvPr>
          <p:cNvSpPr txBox="1"/>
          <p:nvPr userDrawn="1"/>
        </p:nvSpPr>
        <p:spPr>
          <a:xfrm>
            <a:off x="2654301" y="1330512"/>
            <a:ext cx="9275016" cy="1302912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pPr>
              <a:defRPr sz="16000" cap="all" spc="-639">
                <a:latin typeface="+mj-lt"/>
                <a:ea typeface="+mj-ea"/>
                <a:cs typeface="+mj-cs"/>
                <a:sym typeface="DIN Offc Pro Black"/>
              </a:defRPr>
            </a:pPr>
            <a:endParaRPr sz="7998">
              <a:ln>
                <a:noFill/>
              </a:ln>
              <a:solidFill>
                <a:srgbClr val="000000"/>
              </a:solidFill>
            </a:endParaRP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9FF4709B-BCA9-FD40-AEB0-25731B864764}"/>
              </a:ext>
            </a:extLst>
          </p:cNvPr>
          <p:cNvSpPr txBox="1"/>
          <p:nvPr userDrawn="1"/>
        </p:nvSpPr>
        <p:spPr>
          <a:xfrm>
            <a:off x="6714934" y="2582756"/>
            <a:ext cx="5217899" cy="210625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endParaRPr sz="900">
              <a:ln>
                <a:noFill/>
              </a:ln>
              <a:solidFill>
                <a:srgbClr val="000000"/>
              </a:solidFill>
            </a:endParaRP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0BE8AE07-D521-C44D-B6EF-CCEBF520E9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1134" y="263849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2CCADF-A122-0C47-A36E-774C0C3F6A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0500" y="1377385"/>
            <a:ext cx="9274969" cy="10342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7998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997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hoto Stripe Cov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">
            <a:extLst>
              <a:ext uri="{FF2B5EF4-FFF2-40B4-BE49-F238E27FC236}">
                <a16:creationId xmlns:a16="http://schemas.microsoft.com/office/drawing/2014/main" id="{B6E3132A-7890-914E-BCC3-C6A75FB9F85A}"/>
              </a:ext>
            </a:extLst>
          </p:cNvPr>
          <p:cNvSpPr txBox="1"/>
          <p:nvPr userDrawn="1"/>
        </p:nvSpPr>
        <p:spPr>
          <a:xfrm>
            <a:off x="965200" y="3913575"/>
            <a:ext cx="10375253" cy="1302912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pPr>
              <a:defRPr sz="16000" cap="all" spc="-639">
                <a:latin typeface="+mj-lt"/>
                <a:ea typeface="+mj-ea"/>
                <a:cs typeface="+mj-cs"/>
                <a:sym typeface="DIN Offc Pro Black"/>
              </a:defRPr>
            </a:pPr>
            <a:endParaRPr sz="7998"/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A3F47A1F-C635-A743-8FCF-92D96D26ED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1294" b="5339"/>
          <a:stretch>
            <a:fillRect/>
          </a:stretch>
        </p:blipFill>
        <p:spPr>
          <a:xfrm>
            <a:off x="0" y="905380"/>
            <a:ext cx="1094105" cy="2966244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D10D248-7B7B-C04C-B56D-7AAA7EB0C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1003" y="538169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F07342-3089-EB48-8039-3EC5216BA1B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73945" y="905380"/>
            <a:ext cx="11118055" cy="296624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  <a:effectLst/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8C7833B-B1AE-5042-BEB4-73444B39A4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5200" y="4120585"/>
            <a:ext cx="9274969" cy="10342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7998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4431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"/>
          <p:cNvSpPr/>
          <p:nvPr/>
        </p:nvSpPr>
        <p:spPr>
          <a:xfrm>
            <a:off x="11312313" y="-15681"/>
            <a:ext cx="882772" cy="6889361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54" name="Rectangle"/>
          <p:cNvSpPr/>
          <p:nvPr/>
        </p:nvSpPr>
        <p:spPr>
          <a:xfrm>
            <a:off x="11223874" y="-15681"/>
            <a:ext cx="126077" cy="6889361"/>
          </a:xfrm>
          <a:prstGeom prst="rect">
            <a:avLst/>
          </a:prstGeom>
          <a:solidFill>
            <a:srgbClr val="C3D500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55" name="Rectangle"/>
          <p:cNvSpPr/>
          <p:nvPr/>
        </p:nvSpPr>
        <p:spPr>
          <a:xfrm>
            <a:off x="10820758" y="-15681"/>
            <a:ext cx="410716" cy="6889361"/>
          </a:xfrm>
          <a:prstGeom prst="rect">
            <a:avLst/>
          </a:prstGeom>
          <a:solidFill>
            <a:srgbClr val="FFDB00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56" name="Rectangle"/>
          <p:cNvSpPr/>
          <p:nvPr/>
        </p:nvSpPr>
        <p:spPr>
          <a:xfrm>
            <a:off x="10820759" y="-15681"/>
            <a:ext cx="62841" cy="6889361"/>
          </a:xfrm>
          <a:prstGeom prst="rect">
            <a:avLst/>
          </a:prstGeom>
          <a:solidFill>
            <a:srgbClr val="EB0028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57" name="Rectangle"/>
          <p:cNvSpPr/>
          <p:nvPr/>
        </p:nvSpPr>
        <p:spPr>
          <a:xfrm>
            <a:off x="-7636" y="-15681"/>
            <a:ext cx="372902" cy="6889361"/>
          </a:xfrm>
          <a:prstGeom prst="rect">
            <a:avLst/>
          </a:prstGeom>
          <a:solidFill>
            <a:srgbClr val="FF6A00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63601" y="6578864"/>
            <a:ext cx="567494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solidFill>
                  <a:srgbClr val="FFFFFF"/>
                </a:solidFill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6D103-989C-514E-98C6-77FE826F2A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706" y="2057491"/>
            <a:ext cx="7030244" cy="4293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82EC45F3-3842-6247-8FE1-FA361E30169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3706" y="2953168"/>
            <a:ext cx="7030244" cy="4293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6DBF0E3-D72B-604A-BA37-4BB6EA2A86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3706" y="3838164"/>
            <a:ext cx="7030244" cy="4293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C809742-AE89-314E-8FE4-6E95FCD158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3706" y="4672160"/>
            <a:ext cx="7030244" cy="4293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A2B0769-C57A-2742-A1F5-E42C106FC2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3706" y="5550465"/>
            <a:ext cx="7030244" cy="4293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FACD93-37BA-D14D-8CA6-E496D86111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99344" y="512623"/>
            <a:ext cx="8914606" cy="8938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5999" b="1" i="0" baseline="0">
                <a:ln w="12700">
                  <a:solidFill>
                    <a:srgbClr val="000000"/>
                  </a:solidFill>
                </a:ln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95522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"/>
          <p:cNvSpPr/>
          <p:nvPr/>
        </p:nvSpPr>
        <p:spPr>
          <a:xfrm>
            <a:off x="11367677" y="-15681"/>
            <a:ext cx="830914" cy="6889361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78" name="Rectangle"/>
          <p:cNvSpPr/>
          <p:nvPr/>
        </p:nvSpPr>
        <p:spPr>
          <a:xfrm>
            <a:off x="11293724" y="-15681"/>
            <a:ext cx="126077" cy="6889361"/>
          </a:xfrm>
          <a:prstGeom prst="rect">
            <a:avLst/>
          </a:prstGeom>
          <a:solidFill>
            <a:srgbClr val="C3D500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79" name="Rectangle"/>
          <p:cNvSpPr/>
          <p:nvPr/>
        </p:nvSpPr>
        <p:spPr>
          <a:xfrm>
            <a:off x="515078" y="-15681"/>
            <a:ext cx="366958" cy="6889361"/>
          </a:xfrm>
          <a:prstGeom prst="rect">
            <a:avLst/>
          </a:prstGeom>
          <a:solidFill>
            <a:srgbClr val="FFDB00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80" name="Rectangle"/>
          <p:cNvSpPr/>
          <p:nvPr/>
        </p:nvSpPr>
        <p:spPr>
          <a:xfrm>
            <a:off x="476589" y="-15681"/>
            <a:ext cx="81031" cy="6889361"/>
          </a:xfrm>
          <a:prstGeom prst="rect">
            <a:avLst/>
          </a:prstGeom>
          <a:solidFill>
            <a:srgbClr val="EB0028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-7636" y="-15681"/>
            <a:ext cx="490443" cy="6889361"/>
          </a:xfrm>
          <a:prstGeom prst="rect">
            <a:avLst/>
          </a:prstGeom>
          <a:solidFill>
            <a:srgbClr val="FF6A00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63601" y="6578864"/>
            <a:ext cx="567494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solidFill>
                  <a:srgbClr val="FFFFFF"/>
                </a:solidFill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89513AB-5FE1-944A-A28C-DEFCB1CC80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95864" y="4699987"/>
            <a:ext cx="7757671" cy="319556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500" baseline="0">
                <a:latin typeface="DIN Condensed" pitchFamily="2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4EDC202-B106-0048-BA76-D625304DEF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7001" y="1783226"/>
            <a:ext cx="9274969" cy="10342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5949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2470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hoto Stripe 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06452" y="6573916"/>
            <a:ext cx="624347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801" y="-8379"/>
            <a:ext cx="804733" cy="687475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3CDC9E0-F4A7-4D47-97E0-C267B9A36E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55188" y="2756749"/>
            <a:ext cx="7375610" cy="8938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5999" b="1" i="0" baseline="0">
                <a:ln w="12700">
                  <a:solidFill>
                    <a:srgbClr val="000000"/>
                  </a:solidFill>
                </a:ln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C0E5D69-5270-784E-8BA2-48CE8743CB1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55189" y="378228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4061B8-9771-614A-A31B-C0FFB8EFEC3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1"/>
            <a:ext cx="3613944" cy="6866732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</p:spTree>
    <p:extLst>
      <p:ext uri="{BB962C8B-B14F-4D97-AF65-F5344CB8AC3E}">
        <p14:creationId xmlns:p14="http://schemas.microsoft.com/office/powerpoint/2010/main" val="1458293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ripe 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08" name="Image" descr="Image"/>
          <p:cNvPicPr>
            <a:picLocks noChangeAspect="1"/>
          </p:cNvPicPr>
          <p:nvPr/>
        </p:nvPicPr>
        <p:blipFill>
          <a:blip r:embed="rId3"/>
          <a:srcRect r="26226"/>
          <a:stretch>
            <a:fillRect/>
          </a:stretch>
        </p:blipFill>
        <p:spPr>
          <a:xfrm>
            <a:off x="-5511" y="0"/>
            <a:ext cx="132004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E06BCD-E12F-9841-94CC-B2C6C0B3F1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15623" y="2756749"/>
            <a:ext cx="8914606" cy="8938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5999" b="1" i="0" baseline="0">
                <a:ln w="12700">
                  <a:solidFill>
                    <a:srgbClr val="000000"/>
                  </a:solidFill>
                </a:ln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4F25BC9-C649-8E44-BFED-5DB986EE7D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15623" y="378228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941718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Photo Stripe 1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98DBD2A4-9AFB-0F4D-B4C5-A048AAE8CB7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314532" y="1"/>
            <a:ext cx="10877468" cy="68667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pic>
        <p:nvPicPr>
          <p:cNvPr id="11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Image" descr="Image"/>
          <p:cNvPicPr>
            <a:picLocks noChangeAspect="1"/>
          </p:cNvPicPr>
          <p:nvPr/>
        </p:nvPicPr>
        <p:blipFill>
          <a:blip r:embed="rId4"/>
          <a:srcRect r="26226"/>
          <a:stretch>
            <a:fillRect/>
          </a:stretch>
        </p:blipFill>
        <p:spPr>
          <a:xfrm>
            <a:off x="-5511" y="0"/>
            <a:ext cx="132004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00FC5E2-5CB5-2D4B-9277-D1C55158F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15623" y="1375260"/>
            <a:ext cx="8914606" cy="893819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5999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D2A2496-0661-6345-BD91-C25F9939DEF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15623" y="246095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CA68A86D-745F-3B4F-9C61-215F75FD61C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7360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Photo Stripe 2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05B021C-0057-9E40-853E-A0FA6F209E6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67630" y="1"/>
            <a:ext cx="11924370" cy="68667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pic>
        <p:nvPicPr>
          <p:cNvPr id="12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95C9DF2-2895-5440-9144-001E5632285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3916" y="1375260"/>
            <a:ext cx="8914606" cy="893819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5999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324FC6A-04E5-F84E-A7E6-D0CEC16E962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3916" y="246095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EDCEC7D4-AEFF-5F43-A7E5-91EFD4BDFF8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9450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6240F61-F4E7-8746-90E3-2C1A782624E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1"/>
            <a:ext cx="12192000" cy="68667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pic>
        <p:nvPicPr>
          <p:cNvPr id="14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8667F7-5CB5-A04F-8CD8-393A6DAB66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3916" y="1375260"/>
            <a:ext cx="8914606" cy="893819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5999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DB29769-E98B-EC4B-BA5C-C99D4C226FD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3916" y="246095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4CCEA6C8-3FB3-E74C-A4B9-9A9D5EA55F0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40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7B0361F-03AB-1442-8CAF-717D4606B4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4763B0D-6737-0A4D-90A7-65AE5D9CA8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62028" y="2227843"/>
            <a:ext cx="891460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F5874A8-9866-DF4A-8B26-028B459A09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62028" y="2757956"/>
            <a:ext cx="891460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276B562-44F4-CA42-80B0-DDCD6D7DD35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62028" y="3390694"/>
            <a:ext cx="8914606" cy="293689"/>
          </a:xfrm>
          <a:prstGeom prst="rect">
            <a:avLst/>
          </a:prstGeom>
        </p:spPr>
        <p:txBody>
          <a:bodyPr/>
          <a:lstStyle>
            <a:lvl1pPr marL="171416" indent="-171416">
              <a:buFont typeface="Arial" panose="020B0604020202020204" pitchFamily="34" charset="0"/>
              <a:buChar char="•"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755CD701-7FC1-CF40-BA5C-3FB80F8089A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62028" y="4730839"/>
            <a:ext cx="891460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Condensed" pitchFamily="2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EA25149-56E9-DE44-B65D-354D839BB42E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7DE028B4-5BD6-C642-9772-F90BE0D020E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2048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1C16026-EDC4-3140-A4D4-2810D2C84EB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556664" y="1163782"/>
            <a:ext cx="4488873" cy="588998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C87E7413-472C-F64C-A7D8-126268EC3E0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39093" y="1577058"/>
            <a:ext cx="2162744" cy="4487578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DB4610A8-F35F-BB42-93D8-4B8EE484C2BD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F9FCDE-B0D0-6848-9F72-653335D187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6F65135-2D5A-174E-9FFC-B0B6907854B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8662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6B0B190-200A-884E-BF84-A085A3CFD08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93854" y="3555989"/>
            <a:ext cx="11898146" cy="2922398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pic>
        <p:nvPicPr>
          <p:cNvPr id="17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7BD1E9D0-ED24-C74B-86A1-7E2A5A0BE9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9815" y="1601160"/>
            <a:ext cx="3192228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0449A52-DD46-9941-B7C3-FE8E21928E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9815" y="1890660"/>
            <a:ext cx="3192228" cy="2324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E5C8AEC-BB80-AC40-B9D9-159777D8747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4209" y="1605347"/>
            <a:ext cx="3192228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116B83A-8104-F748-B737-1180F495E9B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04209" y="1894848"/>
            <a:ext cx="3192228" cy="2324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426BEF5-DF35-AD4C-B933-2867215153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85163" y="1605347"/>
            <a:ext cx="3192228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CC6B4303-2BE1-B34B-86DB-4CF0DB14F76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85163" y="1894848"/>
            <a:ext cx="3192228" cy="2324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Rectangle">
            <a:extLst>
              <a:ext uri="{FF2B5EF4-FFF2-40B4-BE49-F238E27FC236}">
                <a16:creationId xmlns:a16="http://schemas.microsoft.com/office/drawing/2014/main" id="{C9A1C155-6A53-124A-B13C-9EAA12ADEC4E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FB5039D-A5B0-5741-A10B-555F3458F8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59153478-3FCA-AC4A-AB36-B8B310F312F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2748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9CD714F-29C6-9E46-8842-DA41B1FABD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9815" y="1599349"/>
            <a:ext cx="2358657" cy="302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88BFA84-BB7E-E44D-8194-526D5C5C2C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9815" y="1890660"/>
            <a:ext cx="2358657" cy="23936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D9E26DB-BA9B-FD4D-A0F4-F8B70D5B9A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9815" y="3667140"/>
            <a:ext cx="2358657" cy="302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78B6310-3052-FA40-9855-ADFF070380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9815" y="3958451"/>
            <a:ext cx="2358657" cy="23936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FC05A11-AFCC-1C40-AB7A-77D41D71191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6370" y="1599349"/>
            <a:ext cx="2358657" cy="302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31F925D-8E0A-9D41-B6F6-53F9A34ADF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46370" y="1890660"/>
            <a:ext cx="2358657" cy="23936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CA1B9EDA-2EE8-CC42-AFF7-65F5E36265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46370" y="3667140"/>
            <a:ext cx="2358657" cy="302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D9D75F7A-149A-644E-B8E8-5D120AF66C9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46370" y="3958451"/>
            <a:ext cx="2358657" cy="23936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B07CBD9-AAAA-F24C-AA54-40F292E00CD1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386974" y="189"/>
            <a:ext cx="5344362" cy="685781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9" name="Rectangle">
            <a:extLst>
              <a:ext uri="{FF2B5EF4-FFF2-40B4-BE49-F238E27FC236}">
                <a16:creationId xmlns:a16="http://schemas.microsoft.com/office/drawing/2014/main" id="{FFAA5314-7DE8-A94B-BC32-2A9207EA270B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470DE29A-1191-0F44-A96D-2B24EAF81A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D51554D4-442E-C24E-8E70-38E2C444CD0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130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01C63DE0-DB3A-C542-B3F3-62C1082AABF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472639" y="1005559"/>
            <a:ext cx="4408616" cy="270399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3D204C4-AA90-4245-ACD7-018B7996B03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472639" y="3904623"/>
            <a:ext cx="4408616" cy="270399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8C55004-0B7E-CC40-ADC7-3015466A194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117375" y="1005559"/>
            <a:ext cx="4408616" cy="270399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D8FB3EE8-CE93-E041-AC76-7FCAC7218C1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117375" y="3904623"/>
            <a:ext cx="4408616" cy="270399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20E7EB24-9FCA-934D-8BC1-7FAAF0E13022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B112F64-FE42-1342-8B00-F5EFEDD51C7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D8F2664E-D738-284F-91D2-03D985DE494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8890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00536EE-B89F-7141-B6C4-E0F36EC07A4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6626" y="1846843"/>
            <a:ext cx="2305375" cy="348617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75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2F042A-5269-A046-9B2C-EC5094981F98}"/>
              </a:ext>
            </a:extLst>
          </p:cNvPr>
          <p:cNvSpPr txBox="1"/>
          <p:nvPr userDrawn="1"/>
        </p:nvSpPr>
        <p:spPr>
          <a:xfrm>
            <a:off x="4062845" y="1220122"/>
            <a:ext cx="72190" cy="3029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4" tIns="35714" rIns="35714" bIns="35714" numCol="1" spcCol="38100" rtlCol="0" anchor="ctr">
            <a:spAutoFit/>
          </a:bodyPr>
          <a:lstStyle/>
          <a:p>
            <a:pPr marL="0" marR="0" indent="0" algn="l" defTabSz="41068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500" b="0" i="0" u="none" strike="noStrike" cap="none" spc="-45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DIN Offc Pro Light"/>
              <a:ea typeface="DIN Offc Pro Light"/>
              <a:cs typeface="DIN Offc Pro Light"/>
              <a:sym typeface="DIN Offc Pro Light"/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DC09609-CBB2-374E-AEB5-836C947CCA9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40607" y="1846843"/>
            <a:ext cx="2305375" cy="348617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75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8D2A26E-902E-DC4C-8703-33C192E5F30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56544" y="1846843"/>
            <a:ext cx="2305375" cy="348617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75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8D04D67-1A95-C443-9BD4-2C051E40E45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20525" y="1846843"/>
            <a:ext cx="2305375" cy="348617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75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28A9D26-5423-7D4B-9EAC-A3D4C475739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76626" y="2273250"/>
            <a:ext cx="2305375" cy="238929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73EB5C62-AD08-1343-98E1-C7973DB3880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640608" y="2273250"/>
            <a:ext cx="2305375" cy="238929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5B98CC24-BE65-6F40-B79B-CBBEB2926021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66935" y="2273250"/>
            <a:ext cx="2305375" cy="238929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C6BCBCFE-B109-B247-861E-850A9E89240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230917" y="2273250"/>
            <a:ext cx="2305375" cy="238929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6" name="Rectangle">
            <a:extLst>
              <a:ext uri="{FF2B5EF4-FFF2-40B4-BE49-F238E27FC236}">
                <a16:creationId xmlns:a16="http://schemas.microsoft.com/office/drawing/2014/main" id="{E3A19C22-1134-DB4D-80E6-7B409FB1E8A4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833EED28-0DB5-F04D-A25F-79DB0E4E65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Slide Number">
            <a:extLst>
              <a:ext uri="{FF2B5EF4-FFF2-40B4-BE49-F238E27FC236}">
                <a16:creationId xmlns:a16="http://schemas.microsoft.com/office/drawing/2014/main" id="{B8152169-3E43-E54F-BF24-ACFB599CC3E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5321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7CE8C27C-2975-A446-B763-ED1DBD57ED64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968516" y="3730337"/>
            <a:ext cx="4254969" cy="209896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EBDA6B2-3287-354D-975C-FA345FA37B1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5534" y="1437858"/>
            <a:ext cx="3866475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999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62BDC69-E1EA-B84E-86C8-D1044FC29E2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20934" y="2353055"/>
            <a:ext cx="3841075" cy="37389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Rectangle">
            <a:extLst>
              <a:ext uri="{FF2B5EF4-FFF2-40B4-BE49-F238E27FC236}">
                <a16:creationId xmlns:a16="http://schemas.microsoft.com/office/drawing/2014/main" id="{D9B30D38-786F-5A44-B0F0-19B03933991E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F69B979-BBEC-3947-BE3D-5A35976CD7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0728347-A075-1344-A56B-CAF6B6FF46F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6691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E0BBF6B-C449-AF4B-98BC-25330960D6F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5534" y="1437858"/>
            <a:ext cx="3866475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999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3C63B9C-AC2B-4B4F-A72C-A86696A003C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20934" y="2353055"/>
            <a:ext cx="3841075" cy="37389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0B9F09D3-4EB5-F84E-941D-22787C526D16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1E599C-C978-4040-A795-F1364126C3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D449BE57-2205-A64D-AECA-01605476B95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4657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32D4154-1896-204A-944D-221C6639281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98596" y="2262942"/>
            <a:ext cx="2681054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64DAE137-0534-E540-9B95-7061AAE985E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23996" y="3097219"/>
            <a:ext cx="2663442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7A95BA9-AF0F-AF4A-94D0-5303B2220C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21548" y="2262942"/>
            <a:ext cx="2681054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EF1A7303-15B4-EF43-A166-B5F150F3FD3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46947" y="3097219"/>
            <a:ext cx="2663442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B199A879-9A2F-6140-A556-B30EEA89E09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47975" y="2262942"/>
            <a:ext cx="2681054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913AB51-F412-D148-ADE3-CB4D3CF26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73374" y="3097219"/>
            <a:ext cx="2663442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Rectangle">
            <a:extLst>
              <a:ext uri="{FF2B5EF4-FFF2-40B4-BE49-F238E27FC236}">
                <a16:creationId xmlns:a16="http://schemas.microsoft.com/office/drawing/2014/main" id="{96928062-CC6D-0D48-9592-18F7FB589100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590079D-9BE7-0B44-993B-D0351F3A25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3005FCDE-F835-C441-8ED4-FB0AD62A2DB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1173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A73E4EC-D5B0-1A46-928B-BB5E173D92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682" y="2433178"/>
            <a:ext cx="2062916" cy="4096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3715653-FFEB-9F42-848F-55B7D339DB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4364" y="3113674"/>
            <a:ext cx="2049364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F4958BBB-8687-F943-BC99-03BE401E5B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87054" y="2433178"/>
            <a:ext cx="2062916" cy="4096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9A5EC94-1B74-8C41-80C3-F697809D727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778737" y="3113674"/>
            <a:ext cx="2049364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431A96C5-C0B0-7940-86B5-30C0D49BA9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71819" y="2433178"/>
            <a:ext cx="2062916" cy="4096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F087A5FE-5513-3546-94FF-96AB30AA5DE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63501" y="3113674"/>
            <a:ext cx="2049364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85ACBA9-BEF4-D44C-9E36-16C2E3DF57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366973" y="2433178"/>
            <a:ext cx="2062916" cy="4096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2F1AD453-8852-5C40-B0D7-B8B4889AAD8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358656" y="3113674"/>
            <a:ext cx="2049364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1" name="Rectangle">
            <a:extLst>
              <a:ext uri="{FF2B5EF4-FFF2-40B4-BE49-F238E27FC236}">
                <a16:creationId xmlns:a16="http://schemas.microsoft.com/office/drawing/2014/main" id="{F24F7E19-8490-B14B-9605-6554BD1EEA29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98BC2852-CD7B-CD47-99E7-07A5B90C98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5DEB01FB-82F6-6247-A480-D509847FEFC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786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46954CD-A7BC-B143-98B2-F02B99997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4804" y="2433178"/>
            <a:ext cx="1616731" cy="3333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3E227D3-B8CC-814A-BC1B-43D0E17647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6487" y="3003315"/>
            <a:ext cx="1606110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832746B-7DAC-8143-AA0D-3B0189DBBCE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98849" y="2433178"/>
            <a:ext cx="1616731" cy="3333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0E1DBE8D-AEEB-F646-AB56-CCB68A874E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90532" y="3003315"/>
            <a:ext cx="1606110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8EFC0E47-595B-C548-B592-BB88D25E05A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12113" y="2433178"/>
            <a:ext cx="1616731" cy="3333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79F6C1EA-D5D8-4B47-9B28-619C668BAD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303796" y="3003315"/>
            <a:ext cx="1606110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2F642305-729A-DB40-B346-29E42845B5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611580" y="2433178"/>
            <a:ext cx="1616731" cy="3333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F566EC2A-1879-4644-A6F8-B1A22ED8F8F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03263" y="3003315"/>
            <a:ext cx="1606110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5BF805DD-79AC-4041-BC9B-8CF78F3E290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907971" y="2433178"/>
            <a:ext cx="1616731" cy="3333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4B565A15-5351-D54E-88FA-8EC5150CB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899654" y="3003315"/>
            <a:ext cx="1606110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7" name="Rectangle">
            <a:extLst>
              <a:ext uri="{FF2B5EF4-FFF2-40B4-BE49-F238E27FC236}">
                <a16:creationId xmlns:a16="http://schemas.microsoft.com/office/drawing/2014/main" id="{8A26AF5A-40A4-C443-8CC4-1B6F0F7E4FE2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64568F2-73BB-8F48-9976-CF2F4149CF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1DCF3363-D51F-C249-A9CC-EA85B3AA8E6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280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E6EA68C-7E3C-364F-9A76-904E580EF2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456" y="2619550"/>
            <a:ext cx="3866475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999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51A5002-0447-BC4A-BB00-ECFA5433957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23856" y="3342028"/>
            <a:ext cx="3841075" cy="4976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61C757E-79C5-244E-98F4-7AC5C5BFC1F6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878B44B-F45C-E440-85EC-CB981D15FF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F4DA7FB2-9270-5947-A74A-43CD925DF3B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951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Rectangle">
            <a:extLst>
              <a:ext uri="{FF2B5EF4-FFF2-40B4-BE49-F238E27FC236}">
                <a16:creationId xmlns:a16="http://schemas.microsoft.com/office/drawing/2014/main" id="{343C9389-A070-A344-83E0-FDCBE197E093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25E93F80-505F-3346-AE24-3E20B4A5B9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02734" y="2317438"/>
            <a:ext cx="2721689" cy="4034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749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D270EDD-2380-AC40-AAAA-AA1069E90D5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28134" y="3003530"/>
            <a:ext cx="2703809" cy="42916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C79AB420-92C2-214E-AE5F-D7E13D175C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21950" y="2317438"/>
            <a:ext cx="2721689" cy="4034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749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1461A46-2DE3-4946-B050-D6EE37B138C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647350" y="3003530"/>
            <a:ext cx="2703809" cy="42916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A350036B-AC01-7E49-9527-72B1A28631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6B1D22DC-6DF8-2B4C-A272-FF92AF5C4F4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88002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">
            <a:extLst>
              <a:ext uri="{FF2B5EF4-FFF2-40B4-BE49-F238E27FC236}">
                <a16:creationId xmlns:a16="http://schemas.microsoft.com/office/drawing/2014/main" id="{537B25BA-F612-834A-9164-87391C3D3D64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8BBE7D3-1143-9F4A-90E7-D458F09D508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9158" y="2308107"/>
            <a:ext cx="2520016" cy="3048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41578432-1B87-D24B-B274-38C2262FF73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24557" y="2839618"/>
            <a:ext cx="2494617" cy="2234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9997F23-7F72-C84E-8275-628E6C59311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49575" y="2308107"/>
            <a:ext cx="2520016" cy="3048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F6ACAD2A-5379-5C42-8AE2-C8B0E7C4A2A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74975" y="2839618"/>
            <a:ext cx="2494617" cy="2234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FC807B2-CAFC-7B42-BA97-E3892632AD2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27981" y="2308107"/>
            <a:ext cx="2520016" cy="3048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0A64638-2B64-6049-A88F-B3AE31D724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53381" y="2839618"/>
            <a:ext cx="2494617" cy="2234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029A61E8-FD77-444C-8E16-2BA3BF6234C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Slide Number">
            <a:extLst>
              <a:ext uri="{FF2B5EF4-FFF2-40B4-BE49-F238E27FC236}">
                <a16:creationId xmlns:a16="http://schemas.microsoft.com/office/drawing/2014/main" id="{2EADBB37-C6FE-E94A-89B0-11D3B187A26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49891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">
            <a:extLst>
              <a:ext uri="{FF2B5EF4-FFF2-40B4-BE49-F238E27FC236}">
                <a16:creationId xmlns:a16="http://schemas.microsoft.com/office/drawing/2014/main" id="{215ACE41-0D6B-5E40-8FFA-8FD74DCF2FAC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B3ADADE-2C05-0E42-9873-7D5AC26A0D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99183" y="2322399"/>
            <a:ext cx="1704560" cy="3495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EBCA35BC-CED5-8F46-8E0F-740F468B732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424583" y="2683011"/>
            <a:ext cx="1687379" cy="25613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3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94C32529-AF9C-CC48-92DB-38808A20E6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98002" y="2322399"/>
            <a:ext cx="1704560" cy="3495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1FDA7572-9770-8A4F-A264-E877023730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23402" y="2683011"/>
            <a:ext cx="1687379" cy="25613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3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3D202455-9846-5841-8E9D-F8FAA5BEDE3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78163" y="2322399"/>
            <a:ext cx="1704560" cy="3495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467EB219-C820-894F-A245-71B3FC049E9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003563" y="2683011"/>
            <a:ext cx="1687379" cy="25613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3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E08CE1B1-D7CC-F545-8A3C-F1FE09825FA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21006" y="2322399"/>
            <a:ext cx="1704560" cy="3495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FC8F6569-7757-EE46-91F5-11F52EF6188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746406" y="2683011"/>
            <a:ext cx="1687379" cy="25613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3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B3104182-04B1-D74B-B4F7-4EA61A1678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13775A3D-80A7-024D-B98A-0686E3A2111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164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Rectangle">
            <a:extLst>
              <a:ext uri="{FF2B5EF4-FFF2-40B4-BE49-F238E27FC236}">
                <a16:creationId xmlns:a16="http://schemas.microsoft.com/office/drawing/2014/main" id="{5F2C6C2E-9FA7-AD4B-8DFF-8F6A6AF20E3C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7254128-8A12-CD4B-91A8-B26E7C1F70F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87517" y="3393997"/>
            <a:ext cx="1504150" cy="24915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8C36DFA4-27DA-4C4F-971F-A539B1A913C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12917" y="3754609"/>
            <a:ext cx="1488990" cy="2120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F8554F61-708C-2943-A8B0-DE537410194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26572" y="3393997"/>
            <a:ext cx="1504150" cy="24915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9C0F6520-8574-364D-A8F4-C9041D6A31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51972" y="3754609"/>
            <a:ext cx="1488990" cy="2120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2D6D563C-D55A-8B4C-BB22-9B0D66246F8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74957" y="3393997"/>
            <a:ext cx="1504150" cy="24915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F952509D-2EB9-2C4F-83A7-FD1C31FD2AA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700357" y="3754609"/>
            <a:ext cx="1488990" cy="2120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3584EF4E-63B3-F34D-B884-18E309E4EC2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95354" y="3393997"/>
            <a:ext cx="1504150" cy="24915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504BCA8B-7875-B149-B3F9-011298E0B65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20753" y="3754609"/>
            <a:ext cx="1488990" cy="2120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6EE2AE9E-6AB9-1B41-8BF7-501A2E93E1A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106421" y="3393997"/>
            <a:ext cx="1504150" cy="24915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4D656BAD-FF74-C649-B0F3-5120C7F055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131820" y="3754609"/>
            <a:ext cx="1488990" cy="2120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7CEE89B6-357B-194C-ACF8-1046A5D42D9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4" name="Slide Number">
            <a:extLst>
              <a:ext uri="{FF2B5EF4-FFF2-40B4-BE49-F238E27FC236}">
                <a16:creationId xmlns:a16="http://schemas.microsoft.com/office/drawing/2014/main" id="{00F14F05-C576-AD44-9C13-CAF21B7022E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92946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507" name="Text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408974" y="2579391"/>
            <a:ext cx="3925001" cy="40075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>
                <a:solidFill>
                  <a:srgbClr val="FFFFFF"/>
                </a:solidFill>
                <a:latin typeface="DIN Offc Pro"/>
                <a:cs typeface="DIN Offc Pro"/>
                <a:sym typeface="DIN Offc Pro"/>
              </a:defRPr>
            </a:lvl1pPr>
          </a:lstStyle>
          <a:p>
            <a:pPr marL="0" marR="0" lvl="0" indent="0" algn="l" defTabSz="91421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>
                <a:solidFill>
                  <a:srgbClr val="FFFFFF"/>
                </a:solidFill>
                <a:latin typeface="DIN Offc Pro"/>
                <a:ea typeface="DIN Offc Pro"/>
                <a:cs typeface="DIN Offc Pro"/>
                <a:sym typeface="DIN Offc Pro"/>
              </a:defRPr>
            </a:pPr>
            <a:r>
              <a:rPr lang="en-US"/>
              <a:t>Text</a:t>
            </a:r>
          </a:p>
        </p:txBody>
      </p:sp>
      <p:sp>
        <p:nvSpPr>
          <p:cNvPr id="30" name="Rectangle">
            <a:extLst>
              <a:ext uri="{FF2B5EF4-FFF2-40B4-BE49-F238E27FC236}">
                <a16:creationId xmlns:a16="http://schemas.microsoft.com/office/drawing/2014/main" id="{D51A4DA3-0E74-2043-AC94-73B106D182A6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FE74DD64-F61E-6D46-B03F-87913374AB9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03229" y="2302429"/>
            <a:ext cx="2471584" cy="5539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499" b="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180FFF91-6C34-834C-88E8-9E5ACB42FE5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03229" y="2990459"/>
            <a:ext cx="2471584" cy="293689"/>
          </a:xfrm>
          <a:prstGeom prst="rect">
            <a:avLst/>
          </a:prstGeom>
        </p:spPr>
        <p:txBody>
          <a:bodyPr/>
          <a:lstStyle>
            <a:lvl1pPr marL="171416" indent="-171416">
              <a:buFont typeface="Arial" panose="020B0604020202020204" pitchFamily="34" charset="0"/>
              <a:buChar char="•"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17F0A7E-D6A5-7F4A-A6EC-576A370C36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720180" y="2258214"/>
            <a:ext cx="1639886" cy="5539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499" b="0" baseline="0"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DC251093-F616-A44E-A133-59FF67B17A3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692971" y="3240249"/>
            <a:ext cx="1639886" cy="5539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499" b="0" baseline="0"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46F67D6B-AED5-6C40-8BAB-5D29950AE1D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668605" y="4197103"/>
            <a:ext cx="1639886" cy="5539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499" b="0" baseline="0"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EF20AA33-B0C2-B142-AA1C-4A9485F214A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15901" y="2203903"/>
            <a:ext cx="3925002" cy="365754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3" name="Text">
            <a:extLst>
              <a:ext uri="{FF2B5EF4-FFF2-40B4-BE49-F238E27FC236}">
                <a16:creationId xmlns:a16="http://schemas.microsoft.com/office/drawing/2014/main" id="{E6902DA5-656E-A041-8F82-29FBAE987294}"/>
              </a:ext>
            </a:extLst>
          </p:cNvPr>
          <p:cNvSpPr txBox="1">
            <a:spLocks noGrp="1"/>
          </p:cNvSpPr>
          <p:nvPr>
            <p:ph type="body" sz="quarter" idx="42" hasCustomPrompt="1"/>
          </p:nvPr>
        </p:nvSpPr>
        <p:spPr>
          <a:xfrm>
            <a:off x="1402045" y="3603304"/>
            <a:ext cx="3925001" cy="40075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>
                <a:solidFill>
                  <a:srgbClr val="FFFFFF"/>
                </a:solidFill>
                <a:latin typeface="DIN Offc Pro"/>
                <a:cs typeface="DIN Offc Pro"/>
                <a:sym typeface="DIN Offc Pro"/>
              </a:defRPr>
            </a:lvl1pPr>
          </a:lstStyle>
          <a:p>
            <a:pPr marL="0" marR="0" lvl="0" indent="0" algn="l" defTabSz="91421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>
                <a:solidFill>
                  <a:srgbClr val="FFFFFF"/>
                </a:solidFill>
                <a:latin typeface="DIN Offc Pro"/>
                <a:ea typeface="DIN Offc Pro"/>
                <a:cs typeface="DIN Offc Pro"/>
                <a:sym typeface="DIN Offc Pro"/>
              </a:defRPr>
            </a:pPr>
            <a:r>
              <a:rPr lang="en-US"/>
              <a:t>Text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557BAEC0-2FFC-3A41-8B3C-F2545B10545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408973" y="3227816"/>
            <a:ext cx="3925002" cy="365754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Text">
            <a:extLst>
              <a:ext uri="{FF2B5EF4-FFF2-40B4-BE49-F238E27FC236}">
                <a16:creationId xmlns:a16="http://schemas.microsoft.com/office/drawing/2014/main" id="{6AAD6132-6242-6547-A8F3-80F26DCF4570}"/>
              </a:ext>
            </a:extLst>
          </p:cNvPr>
          <p:cNvSpPr txBox="1">
            <a:spLocks noGrp="1"/>
          </p:cNvSpPr>
          <p:nvPr>
            <p:ph type="body" sz="quarter" idx="44" hasCustomPrompt="1"/>
          </p:nvPr>
        </p:nvSpPr>
        <p:spPr>
          <a:xfrm>
            <a:off x="1402045" y="4573687"/>
            <a:ext cx="3925001" cy="40075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200">
                <a:solidFill>
                  <a:srgbClr val="FFFFFF"/>
                </a:solidFill>
                <a:latin typeface="DIN Offc Pro"/>
                <a:cs typeface="DIN Offc Pro"/>
                <a:sym typeface="DIN Offc Pro"/>
              </a:defRPr>
            </a:lvl1pPr>
          </a:lstStyle>
          <a:p>
            <a:pPr marL="0" indent="0">
              <a:spcBef>
                <a:spcPts val="0"/>
              </a:spcBef>
              <a:buSzTx/>
              <a:buNone/>
              <a:defRPr sz="2200">
                <a:solidFill>
                  <a:srgbClr val="FFFFFF"/>
                </a:solidFill>
                <a:latin typeface="DIN Offc Pro"/>
                <a:ea typeface="DIN Offc Pro"/>
                <a:cs typeface="DIN Offc Pro"/>
                <a:sym typeface="DIN Offc Pro"/>
              </a:defRPr>
            </a:pPr>
            <a:r>
              <a:rPr lang="en-US"/>
              <a:t>Text</a:t>
            </a:r>
            <a:endParaRPr/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5790CD4C-D766-BB4A-B24F-6E6C867C7C5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08973" y="4198199"/>
            <a:ext cx="3925002" cy="365754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E5DB74C2-F74B-C446-A167-EB0671F3C1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1" name="Slide Number">
            <a:extLst>
              <a:ext uri="{FF2B5EF4-FFF2-40B4-BE49-F238E27FC236}">
                <a16:creationId xmlns:a16="http://schemas.microsoft.com/office/drawing/2014/main" id="{13D68EE9-17D0-4847-97F3-F0314977162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15110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">
            <a:extLst>
              <a:ext uri="{FF2B5EF4-FFF2-40B4-BE49-F238E27FC236}">
                <a16:creationId xmlns:a16="http://schemas.microsoft.com/office/drawing/2014/main" id="{208AECE6-DD8D-C040-B6AD-BD63BA137FAD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A7BCE29-AB1D-414C-B004-613DFE6CF5E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51045" y="2333975"/>
            <a:ext cx="1540161" cy="824572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Tx/>
              <a:buNone/>
              <a:defRPr sz="4999" b="1" i="0" baseline="0">
                <a:ln>
                  <a:noFill/>
                </a:ln>
                <a:solidFill>
                  <a:schemeClr val="tx1"/>
                </a:solidFill>
                <a:latin typeface="DIN Offc Pro Light" panose="020B050402010101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AA55E79-3D33-0D4C-8441-081BC0A364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70851" y="2333975"/>
            <a:ext cx="1540161" cy="824572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Tx/>
              <a:buNone/>
              <a:defRPr sz="4999" b="1" i="0" baseline="0">
                <a:ln>
                  <a:noFill/>
                </a:ln>
                <a:solidFill>
                  <a:schemeClr val="tx1"/>
                </a:solidFill>
                <a:latin typeface="DIN Offc Pro Light" panose="020B050402010101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BE3EEB47-EF45-1149-878A-FCBA362510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99987" y="2333975"/>
            <a:ext cx="1540161" cy="824572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Tx/>
              <a:buNone/>
              <a:defRPr sz="4999" b="1" i="0" baseline="0">
                <a:ln>
                  <a:noFill/>
                </a:ln>
                <a:solidFill>
                  <a:schemeClr val="tx1"/>
                </a:solidFill>
                <a:latin typeface="DIN Offc Pro Light" panose="020B050402010101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DAB2134A-1BC2-E043-894E-06D8C96206C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6105" y="4310644"/>
            <a:ext cx="1990012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CCEC386-C8ED-1442-A9FD-8D56CD1E215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96105" y="4840756"/>
            <a:ext cx="1990012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EC6CD021-681D-E84B-858C-9DB2111B25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42724" y="4310644"/>
            <a:ext cx="1990012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9AA2DA7B-E96B-EB4A-8A19-1A51AAD626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42724" y="4840756"/>
            <a:ext cx="1990012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B5FEDEBC-2BEF-A14E-B29E-175689F8FF7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26388" y="4310644"/>
            <a:ext cx="1990012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B8EA8031-4BFE-D542-B200-658837A1AD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626388" y="4840756"/>
            <a:ext cx="1990012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AA3D73FF-84D4-B144-9F48-CEBAEA3A41F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C49C53C7-EACC-0D4E-875F-64B13010F5B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63839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">
            <a:extLst>
              <a:ext uri="{FF2B5EF4-FFF2-40B4-BE49-F238E27FC236}">
                <a16:creationId xmlns:a16="http://schemas.microsoft.com/office/drawing/2014/main" id="{96A26750-DFE2-A046-94F6-809381760DA1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0D29C325-7229-EB4A-8F27-DF30116BF7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80528" y="2097495"/>
            <a:ext cx="167234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F1C4BB51-69EC-3E49-8E7B-1E70127F73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880528" y="2463824"/>
            <a:ext cx="167234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04C9D7C-E0E5-974D-9E85-6AAEAEBF165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80528" y="4514124"/>
            <a:ext cx="167234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44DA1610-A425-BD4E-A671-070EA45E0D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80528" y="4880452"/>
            <a:ext cx="167234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1CEBEB7-F148-054E-A8D1-60A849007B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98596" y="2262942"/>
            <a:ext cx="2681054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3737D18-31A4-6448-B300-8595972D4A6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23996" y="3097219"/>
            <a:ext cx="2663442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C71AB4F0-0AE5-F949-94D1-F9B31D8F5B5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3708" y="2262942"/>
            <a:ext cx="2681054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2E1FBFF-C6B3-F14D-BA58-B12340790AD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909107" y="3097219"/>
            <a:ext cx="2663442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398BD5F3-5B3E-DD48-A434-6DA9E57DB0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C98F6365-52A5-4543-81FA-000CC4EE693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377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"/>
          <p:cNvSpPr>
            <a:spLocks noGrp="1"/>
          </p:cNvSpPr>
          <p:nvPr>
            <p:ph type="body" sz="quarter" idx="13" hasCustomPrompt="1"/>
          </p:nvPr>
        </p:nvSpPr>
        <p:spPr>
          <a:xfrm>
            <a:off x="4067908" y="1353092"/>
            <a:ext cx="1869012" cy="324249"/>
          </a:xfrm>
          <a:prstGeom prst="rect">
            <a:avLst/>
          </a:prstGeom>
          <a:solidFill>
            <a:srgbClr val="000000"/>
          </a:solidFill>
        </p:spPr>
        <p:txBody>
          <a:bodyPr tIns="182880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cap="all" spc="14">
                <a:solidFill>
                  <a:srgbClr val="FFFFFF"/>
                </a:solidFill>
                <a:latin typeface="DIN Offc Pro Light"/>
                <a:ea typeface="DIN Offc Pro Light"/>
                <a:cs typeface="DIN Offc Pro Light"/>
                <a:sym typeface="DIN Offc Pro Light"/>
              </a:defRPr>
            </a:lvl1pPr>
          </a:lstStyle>
          <a:p>
            <a:r>
              <a:t>TEXT</a:t>
            </a:r>
          </a:p>
        </p:txBody>
      </p:sp>
      <p:sp>
        <p:nvSpPr>
          <p:cNvPr id="571" name="Text"/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2826842" y="2566094"/>
            <a:ext cx="1866639" cy="324249"/>
          </a:xfrm>
          <a:prstGeom prst="rect">
            <a:avLst/>
          </a:prstGeom>
          <a:solidFill>
            <a:srgbClr val="858585"/>
          </a:solidFill>
        </p:spPr>
        <p:txBody>
          <a:bodyPr tIns="182880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cap="all">
                <a:solidFill>
                  <a:srgbClr val="FFFFFF"/>
                </a:solidFill>
                <a:latin typeface="DIN Offc Pro Light"/>
                <a:ea typeface="DIN Offc Pro Light"/>
                <a:cs typeface="DIN Offc Pro Light"/>
                <a:sym typeface="DIN Offc Pro Light"/>
              </a:defRPr>
            </a:lvl1pPr>
          </a:lstStyle>
          <a:p>
            <a:r>
              <a:t>Text</a:t>
            </a:r>
          </a:p>
        </p:txBody>
      </p:sp>
      <p:sp>
        <p:nvSpPr>
          <p:cNvPr id="580" name="Text"/>
          <p:cNvSpPr>
            <a:spLocks noGrp="1"/>
          </p:cNvSpPr>
          <p:nvPr>
            <p:ph type="body" sz="quarter" idx="23" hasCustomPrompt="1"/>
          </p:nvPr>
        </p:nvSpPr>
        <p:spPr>
          <a:xfrm>
            <a:off x="6281759" y="1353092"/>
            <a:ext cx="1869012" cy="324249"/>
          </a:xfrm>
          <a:prstGeom prst="rect">
            <a:avLst/>
          </a:prstGeom>
          <a:solidFill>
            <a:srgbClr val="000000"/>
          </a:solidFill>
        </p:spPr>
        <p:txBody>
          <a:bodyPr tIns="182880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cap="all" spc="14">
                <a:solidFill>
                  <a:srgbClr val="FFFFFF"/>
                </a:solidFill>
                <a:latin typeface="DIN Offc Pro Light"/>
                <a:ea typeface="DIN Offc Pro Light"/>
                <a:cs typeface="DIN Offc Pro Light"/>
                <a:sym typeface="DIN Offc Pro Light"/>
              </a:defRPr>
            </a:lvl1pPr>
          </a:lstStyle>
          <a:p>
            <a:r>
              <a:t>Text</a:t>
            </a:r>
          </a:p>
        </p:txBody>
      </p:sp>
      <p:sp>
        <p:nvSpPr>
          <p:cNvPr id="581" name="Text"/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2826842" y="4725094"/>
            <a:ext cx="1866639" cy="324249"/>
          </a:xfrm>
          <a:prstGeom prst="rect">
            <a:avLst/>
          </a:prstGeom>
          <a:solidFill>
            <a:srgbClr val="858585"/>
          </a:solidFill>
        </p:spPr>
        <p:txBody>
          <a:bodyPr tIns="182880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cap="all">
                <a:solidFill>
                  <a:srgbClr val="FFFFFF"/>
                </a:solidFill>
                <a:latin typeface="DIN Offc Pro Light"/>
                <a:ea typeface="DIN Offc Pro Light"/>
                <a:cs typeface="DIN Offc Pro Light"/>
                <a:sym typeface="DIN Offc Pro Light"/>
              </a:defRPr>
            </a:lvl1pPr>
          </a:lstStyle>
          <a:p>
            <a:r>
              <a:t>Text</a:t>
            </a:r>
          </a:p>
        </p:txBody>
      </p:sp>
      <p:pic>
        <p:nvPicPr>
          <p:cNvPr id="58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Rectangle">
            <a:extLst>
              <a:ext uri="{FF2B5EF4-FFF2-40B4-BE49-F238E27FC236}">
                <a16:creationId xmlns:a16="http://schemas.microsoft.com/office/drawing/2014/main" id="{B5D3FA82-596C-5149-80BC-C1156103A33D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5B13C32E-9FC2-6B4D-82A9-4AC76BE895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24721" y="1903795"/>
            <a:ext cx="1630609" cy="36354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10C013FD-A8B4-0048-BE8E-C264B57CAAF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50120" y="2500679"/>
            <a:ext cx="1600988" cy="1961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B71F3E43-351A-F544-876E-FD46007B37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24721" y="4059166"/>
            <a:ext cx="1630609" cy="36354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93C7723B-DEE6-2844-851E-70924297CFD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450120" y="4656051"/>
            <a:ext cx="1600988" cy="1961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F1445C90-7661-D74B-B708-FF9ECE122A6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04324" y="1903795"/>
            <a:ext cx="1630609" cy="36354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BA0EFA15-893A-6F48-956C-73E59481B3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29724" y="2500679"/>
            <a:ext cx="1600988" cy="1961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AB3BD232-9764-9849-ABE2-E0FBE06514B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04324" y="4059166"/>
            <a:ext cx="1630609" cy="36354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C0F4A7D8-6DBE-A348-B854-FE7089A8797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229724" y="4656051"/>
            <a:ext cx="1600988" cy="1961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A0BE9BC-13E0-FF48-B90D-A004A9B0B40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4629F1D2-2D66-2D4C-8D97-9856B826BFE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55512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CCDBC06-BA00-6D47-BB02-B4446F9FEF5E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15A4130-80BD-D640-95E8-29E30B64A1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24749" y="1707344"/>
            <a:ext cx="1630609" cy="36354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BCEF266-E7D7-A443-8346-08539FF5B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D4C8FCB3-AFA4-0A45-A558-2D0827D5CF1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93761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Rectangle">
            <a:extLst>
              <a:ext uri="{FF2B5EF4-FFF2-40B4-BE49-F238E27FC236}">
                <a16:creationId xmlns:a16="http://schemas.microsoft.com/office/drawing/2014/main" id="{42FCE302-79D4-F644-A58A-B32600CAF34A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3AC3AFFF-30C1-2947-A738-BF0EFF2C2CE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847850" y="1614279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1FFE21D5-D74D-4049-9C9F-89CF84CF3F4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19845" y="1614279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6EAAAD24-E2C3-9E4F-9B4F-C692EB73B44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847850" y="5682425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B3665E9-ED9E-5843-9DC4-04906784469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19845" y="5682425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77174E27-B188-494E-AD95-E335B600ADF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025666" y="1614279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68AE6904-3A4D-1B45-9D37-7A54A550C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197661" y="1614279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5EA1CBFA-AD64-4C46-9D4F-E8D7DC1AF9A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25666" y="5682425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A0D5FCA-CCA5-AE48-96B8-F2A582440E0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197661" y="5682425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498E247D-9760-5942-A475-1272C0E058F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36750" y="4506768"/>
            <a:ext cx="577793" cy="19586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711166A6-0EDF-0F48-B719-65594B26AC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410251A1-F77F-2B45-9936-B4C7C00319B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13997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Individuality Statem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233" y="8467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644" name="individuality"/>
          <p:cNvSpPr txBox="1"/>
          <p:nvPr/>
        </p:nvSpPr>
        <p:spPr>
          <a:xfrm>
            <a:off x="2183473" y="3454276"/>
            <a:ext cx="6884836" cy="1302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4" tIns="35714" rIns="35714" bIns="35714" anchor="ctr">
            <a:spAutoFit/>
          </a:bodyPr>
          <a:lstStyle>
            <a:lvl1pPr>
              <a:defRPr sz="16000" cap="all" spc="-639">
                <a:latin typeface="+mj-lt"/>
                <a:ea typeface="+mj-ea"/>
                <a:cs typeface="+mj-cs"/>
                <a:sym typeface="DIN Offc Pro Black"/>
              </a:defRPr>
            </a:lvl1pPr>
          </a:lstStyle>
          <a:p>
            <a:r>
              <a:rPr sz="7998" baseline="0">
                <a:latin typeface="DIN Offc Pro Black" panose="020B0504020101020102" pitchFamily="34" charset="0"/>
              </a:rPr>
              <a:t>individuality</a:t>
            </a:r>
          </a:p>
        </p:txBody>
      </p:sp>
      <p:pic>
        <p:nvPicPr>
          <p:cNvPr id="64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278" y="1941369"/>
            <a:ext cx="3783870" cy="10408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033" y="2749845"/>
            <a:ext cx="6431027" cy="104081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276584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dividuality Statem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233" y="8467"/>
            <a:ext cx="12192000" cy="685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713" y="2891343"/>
            <a:ext cx="4908782" cy="84685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40175C-B258-294E-924A-BA9089B995E7}"/>
              </a:ext>
            </a:extLst>
          </p:cNvPr>
          <p:cNvSpPr txBox="1"/>
          <p:nvPr userDrawn="1"/>
        </p:nvSpPr>
        <p:spPr>
          <a:xfrm>
            <a:off x="7050306" y="1166304"/>
            <a:ext cx="3453333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50" baseline="0">
                <a:latin typeface="DIN Offc Pro Black" panose="020B0504020101020102" pitchFamily="34" charset="0"/>
              </a:rPr>
              <a:t>WE SPEAK UP </a:t>
            </a:r>
            <a:r>
              <a:rPr lang="en-US" sz="1750" baseline="0"/>
              <a:t>against bland, broad-brush generalizations.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750" baseline="0"/>
            </a:br>
            <a:endParaRPr lang="en-US" sz="1750" baseline="0"/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50" baseline="0">
                <a:latin typeface="DIN Offc Pro Black" panose="020B0504020101020102" pitchFamily="34" charset="0"/>
              </a:rPr>
              <a:t>WE FIGHT FOR</a:t>
            </a:r>
            <a:r>
              <a:rPr lang="en-US" sz="1750" baseline="0"/>
              <a:t> solutions that adapt to the individual’s needs, beliefs, behaviors and aspirations.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750" baseline="0"/>
            </a:br>
            <a:endParaRPr lang="en-US" sz="1750" baseline="0"/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50" baseline="0">
                <a:latin typeface="DIN Offc Pro Black" panose="020B0504020101020102" pitchFamily="34" charset="0"/>
              </a:rPr>
              <a:t>WE COMMIT TO </a:t>
            </a:r>
            <a:r>
              <a:rPr lang="en-US" sz="1750" baseline="0"/>
              <a:t>doing this in every aspect of our work, for our clients and our clients’ consumers.</a:t>
            </a:r>
          </a:p>
          <a:p>
            <a:br>
              <a:rPr lang="en-US" sz="1750" baseline="0"/>
            </a:br>
            <a:endParaRPr lang="en-US" sz="1750" baseline="0"/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50" baseline="0">
                <a:latin typeface="DIN Offc Pro Black" panose="020B0504020101020102" pitchFamily="34" charset="0"/>
              </a:rPr>
              <a:t>WE EMPOWER </a:t>
            </a:r>
            <a:r>
              <a:rPr lang="en-US" sz="1750" baseline="0"/>
              <a:t>our employees to have no fear in expressing their own individuality. </a:t>
            </a:r>
          </a:p>
          <a:p>
            <a:endParaRPr lang="en-US" sz="1750" baseline="0"/>
          </a:p>
        </p:txBody>
      </p:sp>
    </p:spTree>
    <p:extLst>
      <p:ext uri="{BB962C8B-B14F-4D97-AF65-F5344CB8AC3E}">
        <p14:creationId xmlns:p14="http://schemas.microsoft.com/office/powerpoint/2010/main" val="1150816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Frame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68" name="Image" descr="Image"/>
          <p:cNvPicPr>
            <a:picLocks noChangeAspect="1"/>
          </p:cNvPicPr>
          <p:nvPr/>
        </p:nvPicPr>
        <p:blipFill>
          <a:blip r:embed="rId3"/>
          <a:srcRect r="3897" b="6686"/>
          <a:stretch>
            <a:fillRect/>
          </a:stretch>
        </p:blipFill>
        <p:spPr>
          <a:xfrm>
            <a:off x="-4233" y="8467"/>
            <a:ext cx="11716866" cy="639946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>
            <a:extLst>
              <a:ext uri="{FF2B5EF4-FFF2-40B4-BE49-F238E27FC236}">
                <a16:creationId xmlns:a16="http://schemas.microsoft.com/office/drawing/2014/main" id="{C051AC26-8FF5-1144-A466-D4175DE50F4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35047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20A2F0EE-C30D-964C-95AD-7C37AA32E9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897" b="6686"/>
          <a:stretch>
            <a:fillRect/>
          </a:stretch>
        </p:blipFill>
        <p:spPr>
          <a:xfrm>
            <a:off x="-4233" y="8467"/>
            <a:ext cx="11716866" cy="6399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679" name="Text"/>
          <p:cNvSpPr txBox="1"/>
          <p:nvPr/>
        </p:nvSpPr>
        <p:spPr>
          <a:xfrm>
            <a:off x="938551" y="857556"/>
            <a:ext cx="8592533" cy="456846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pPr>
              <a:defRPr sz="5000" cap="all" spc="0">
                <a:latin typeface="+mj-lt"/>
                <a:ea typeface="+mj-ea"/>
                <a:cs typeface="+mj-cs"/>
                <a:sym typeface="DIN Offc Pro Black"/>
              </a:defRPr>
            </a:pPr>
            <a:endParaRPr sz="2500"/>
          </a:p>
        </p:txBody>
      </p:sp>
      <p:sp>
        <p:nvSpPr>
          <p:cNvPr id="680" name="Text"/>
          <p:cNvSpPr txBox="1"/>
          <p:nvPr/>
        </p:nvSpPr>
        <p:spPr>
          <a:xfrm>
            <a:off x="2058066" y="857556"/>
            <a:ext cx="9063674" cy="456846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pPr>
              <a:defRPr sz="5000" spc="0"/>
            </a:pPr>
            <a:endParaRPr sz="250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C6D85B6-16EB-0C45-AF9E-35DF639652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8551" y="906214"/>
            <a:ext cx="10183189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420C9402-C4D1-2442-94AB-EB0A4305DF53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220548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8E6DDF5-A713-CE4B-9250-F3DC7FBC352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657276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4FE1FCE7-E0B6-8746-95E0-39C61805E6E2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094003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B18728DF-FDE2-6941-8F5F-E73454AE838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5521400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12E7FD1D-E1FC-9348-926F-EBE0CCE2CD1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958128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F44F9296-B731-2549-880D-A2E59F0C778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394855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767EF2-FF8F-5F48-B596-7038D24DD14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822253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16E3D707-9298-CA48-B208-E75C99E497E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292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98" name="Image" descr="Image"/>
          <p:cNvPicPr>
            <a:picLocks noChangeAspect="1"/>
          </p:cNvPicPr>
          <p:nvPr userDrawn="1"/>
        </p:nvPicPr>
        <p:blipFill>
          <a:blip r:embed="rId3"/>
          <a:srcRect r="3897" b="6686"/>
          <a:stretch>
            <a:fillRect/>
          </a:stretch>
        </p:blipFill>
        <p:spPr>
          <a:xfrm>
            <a:off x="-4233" y="8467"/>
            <a:ext cx="11716866" cy="6399461"/>
          </a:xfrm>
          <a:prstGeom prst="rect">
            <a:avLst/>
          </a:prstGeom>
          <a:ln w="12700">
            <a:miter lim="400000"/>
          </a:ln>
        </p:spPr>
      </p:pic>
      <p:sp>
        <p:nvSpPr>
          <p:cNvPr id="699" name="Text"/>
          <p:cNvSpPr txBox="1"/>
          <p:nvPr/>
        </p:nvSpPr>
        <p:spPr>
          <a:xfrm>
            <a:off x="938551" y="857556"/>
            <a:ext cx="10314898" cy="456846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pPr>
              <a:defRPr sz="5000" cap="all" spc="0">
                <a:latin typeface="+mj-lt"/>
                <a:ea typeface="+mj-ea"/>
                <a:cs typeface="+mj-cs"/>
                <a:sym typeface="DIN Offc Pro Black"/>
              </a:defRPr>
            </a:pPr>
            <a:endParaRPr sz="25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7661A2-7C6C-A043-ADD0-EFF5D7E7B6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8551" y="906214"/>
            <a:ext cx="2793899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4E28E84-73EC-0E49-B90F-A2729F49FC3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68638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Fierc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148" y="5089595"/>
            <a:ext cx="910603" cy="27885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07" y="2112148"/>
            <a:ext cx="12214014" cy="259560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680695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177" y="1196"/>
            <a:ext cx="2892442" cy="6857186"/>
          </a:xfrm>
          <a:prstGeom prst="rect">
            <a:avLst/>
          </a:prstGeom>
          <a:ln w="12700">
            <a:miter lim="400000"/>
          </a:ln>
        </p:spPr>
      </p:pic>
      <p:pic>
        <p:nvPicPr>
          <p:cNvPr id="72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97" y="2981094"/>
            <a:ext cx="5435938" cy="76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43CC940-1BA0-4B43-87CF-03682140A4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02912" y="3233147"/>
            <a:ext cx="3003407" cy="75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578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">
            <a:extLst>
              <a:ext uri="{FF2B5EF4-FFF2-40B4-BE49-F238E27FC236}">
                <a16:creationId xmlns:a16="http://schemas.microsoft.com/office/drawing/2014/main" id="{55FECE8D-C303-8149-87A0-1BFC5FA5F170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pic>
        <p:nvPicPr>
          <p:cNvPr id="72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73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18650A57-606E-BC4E-BE11-5E7C181130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04193978-12B5-D447-99F8-7DF3100C401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8140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">
            <a:extLst>
              <a:ext uri="{FF2B5EF4-FFF2-40B4-BE49-F238E27FC236}">
                <a16:creationId xmlns:a16="http://schemas.microsoft.com/office/drawing/2014/main" id="{70AE0CB3-74AF-1245-BD2A-C3F15511FAC6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pic>
        <p:nvPicPr>
          <p:cNvPr id="77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78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C6C6CEE4-87E5-6941-936B-A981D5D2BDE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3AEA19E2-F31A-C440-B892-66310B13467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14057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">
            <a:extLst>
              <a:ext uri="{FF2B5EF4-FFF2-40B4-BE49-F238E27FC236}">
                <a16:creationId xmlns:a16="http://schemas.microsoft.com/office/drawing/2014/main" id="{4D827F87-B584-7445-8C9E-7BC531C8CE67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pic>
        <p:nvPicPr>
          <p:cNvPr id="82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82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2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6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6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6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6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6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6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0FF4C4F7-3F58-6C40-A11F-006FBF2015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EED0D8CF-00BC-3B4F-A425-FCACAAB6989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46500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">
            <a:extLst>
              <a:ext uri="{FF2B5EF4-FFF2-40B4-BE49-F238E27FC236}">
                <a16:creationId xmlns:a16="http://schemas.microsoft.com/office/drawing/2014/main" id="{3248776E-71ED-4E44-88B6-C9F2627231D6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pic>
        <p:nvPicPr>
          <p:cNvPr id="8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87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7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7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7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1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1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1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1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FB2F37E-0C6C-DE42-AF1B-E9FCE800C18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67D0BD93-2D91-9244-9C21-313569C64E1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23879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">
            <a:extLst>
              <a:ext uri="{FF2B5EF4-FFF2-40B4-BE49-F238E27FC236}">
                <a16:creationId xmlns:a16="http://schemas.microsoft.com/office/drawing/2014/main" id="{FA3533AD-3BC5-904D-B1DE-524CCDE7DD57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pic>
        <p:nvPicPr>
          <p:cNvPr id="9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92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2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2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2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2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2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6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6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0417D188-D170-8C45-BBAB-8EC2399356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65154B22-50AF-AA4C-AF7B-A67332DBDC0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887990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97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97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A980AEDE-E5EE-DB43-99DE-B9475A69BC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E2BA21A8-4423-204A-A692-64CF21251BD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18995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01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02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CB205921-D6F9-CC4F-B606-F614170B01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C93B936A-5658-AD49-91EF-083CD060953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232842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06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06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6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0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0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0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0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0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0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57B8A774-F624-0F4A-89AE-5D4D32281C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51D7E904-18DE-2049-A0B7-EC469695C3C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18786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114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11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1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1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1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5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5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5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5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70D82DCB-E97F-C24B-B9E3-2E992D04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FD278887-7341-D342-8E44-097FDFD3EA4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5210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16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16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6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6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6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6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6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0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0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AD2C4EAE-5589-F74A-86D1-3CDE3922E08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06BFF872-A89F-9443-BCFA-B27C5786641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0877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21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21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AECBF76F-ADE5-9842-93EA-A0BF9C6B8F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329421AC-82B2-C546-AAFE-155CDB766A8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43931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25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26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D56790C3-F0AB-CE4F-91E0-18773DCA3CB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447E88E8-7FD9-FD45-86E9-431C920C041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723510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30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30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0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4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4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4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4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4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4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30CAA418-7310-C546-9D87-4CE773AC3B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AF604FC4-5BE4-FA45-9F29-7C401FE9020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70968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354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35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5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5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5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9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9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9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9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686D82BD-4376-744A-9C98-20C831E489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0529F544-34B1-3041-82AB-CEA5109088A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10372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40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40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0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0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0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0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0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4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4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8C8A4FB6-FE54-774A-BE2C-66DCD04014C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5D4225A6-F0D4-5A47-9410-3C94B1FEE34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62932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45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45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71198DB-DCEB-6A43-8DC6-BB593EC3EE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F9290C70-4549-A548-87EE-9B5EDD52BBF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72192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49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50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4C51BD4F-C087-8D4E-B5FC-124A3816379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655DBD29-B7B6-594A-AA0F-F47F0770DB9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67401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54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54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4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8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8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8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8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8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8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2D5E63A0-DA98-6440-B433-AD0FC01E25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13C3A5A3-6A27-C94F-9E04-0831B74272B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61525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594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59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9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9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9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3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3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3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3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444DBA0C-F472-7E41-8C55-0989F538E1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C4935F9C-5F3E-7743-BF18-C1384EBF457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8574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64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64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4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4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4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4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4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8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8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6469D787-1C8D-5149-9557-8571FDD5B1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A79E5D13-1D2B-B64E-867D-3EE8BEC457A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53354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69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69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014B7823-1A67-084E-AC48-91673934E20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008E2F36-6C7F-984E-9659-92756D44E22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9841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2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73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74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A1F96D20-BC94-1A45-8E7A-7964B9B6CF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6E63643B-126A-5043-B8AC-E3B44FD2E5F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71198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3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78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78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8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2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2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2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2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2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2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B88C2968-02E6-8C44-9229-6B23FC92E7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3ABE787C-83D3-6345-9025-4943B3404CF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92879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834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83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3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3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3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7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7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7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7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DFDBA6F1-BA13-DB40-9F73-B88A927BB99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93F9A1AA-57DE-1D41-AF30-07A0F7B0E03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627321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5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88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88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8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8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8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8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8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2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2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ACC6771C-347B-C74B-9E95-D43BB1CA407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2B86BDDC-DCCF-6A49-8A37-F02150600B4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301375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6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93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93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8B1A21B4-0051-D944-8ACA-EEDC9638ED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5E56808B-1825-8F4D-BD72-4C14DA3BD23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79127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7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97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98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A6F0267-918C-B54D-A530-8DBF4E45B8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5B1049CC-D47E-6949-B8EE-B8E60739811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72415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8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02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02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2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6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6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6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6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6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6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302C6015-A648-E742-9577-98DD464FE6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B1030496-E8C9-664E-B166-C0C3449A135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715342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9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074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07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7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7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7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1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1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1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1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8EA38C89-C904-DA4D-80CF-636C9DD3EC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C1E4D904-71C1-0041-B9E4-9A3616C8307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616262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0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12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12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2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2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2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2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2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6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6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E6BAAB61-60AD-A94C-A56A-6144AFB76B4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19A1892C-E9D5-3C49-AA9C-277A33E4AA5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911969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1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17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17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74535458-8689-E248-854B-DB5824B61B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F5EA24D4-EF0F-FA4F-9DCA-89F50903764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12473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2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21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22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7CEA3F7E-B763-4F4F-88AD-07BFBF647E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64A2D464-19BA-8146-B594-5C5A2936212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93435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3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26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26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6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0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0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0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0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0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0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23E22C12-5DEC-344D-A4C5-DFCF52CAA38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2411DE82-E581-9449-9A40-34C1BE054C5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445697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4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314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31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1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1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1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5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5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5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5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00F6F028-0EEC-E541-9BAE-3223C6398CC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7E0CE390-AF7A-5D42-BDAF-949327589A6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882962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5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36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36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6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6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6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6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6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0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0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D3270A69-2598-1D43-86E6-4783F1F53B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65C7CEDB-8FD8-0747-AFDD-2E3FE691E05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511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6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41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41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E1A1CDE-EC62-D140-BD33-D6F4DFE515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F7FFC0B4-DB23-4446-876D-30003BC8C9E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89111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7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45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46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FA60867-7D2C-E146-84A4-A4584023B67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5B8D0095-B805-9445-B2D4-097D3EBB6B0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48268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8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50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50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0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4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4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4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4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4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4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C48ACD5A-B29E-0641-B117-5CD675C9DC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87DFACD3-0E80-2342-A452-7F1F64C6160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833434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2995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6917CCF-5BD8-C440-BF67-3734A57121EE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5361839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">
    <p:bg>
      <p:bgPr>
        <a:gradFill flip="none" rotWithShape="1">
          <a:gsLst>
            <a:gs pos="44000">
              <a:schemeClr val="bg1"/>
            </a:gs>
            <a:gs pos="66000">
              <a:schemeClr val="accent3">
                <a:lumMod val="5000"/>
                <a:lumOff val="95000"/>
              </a:schemeClr>
            </a:gs>
            <a:gs pos="100000">
              <a:schemeClr val="bg1">
                <a:lumMod val="89911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7B0361F-03AB-1442-8CAF-717D4606B4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925" y="451156"/>
            <a:ext cx="7725892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200" b="1" i="0" cap="all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SLIDE TITLE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3EAC9D5-BA47-904F-8C2A-B3CBC0DA468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06452" y="6566678"/>
            <a:ext cx="624347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AB26A8F7-F909-ACF8-77AD-B8E7668EE3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64" y="1"/>
            <a:ext cx="7619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96B3661-14D1-BC48-2FC4-02B80BE0ADC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5207" y="1636959"/>
            <a:ext cx="65135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i="0" baseline="0">
                <a:latin typeface="DIN Offc Pro" panose="020B0504020101020102" pitchFamily="34" charset="0"/>
                <a:cs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156859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33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5804E3-2028-4874-EDB9-FA6E4E7656F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33087" y="6642100"/>
            <a:ext cx="29543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62071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0B15C-7BAD-5782-4397-9F0085E81D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91086" y="1377385"/>
            <a:ext cx="5214383" cy="1034256"/>
          </a:xfrm>
        </p:spPr>
        <p:txBody>
          <a:bodyPr/>
          <a:lstStyle/>
          <a:p>
            <a:pPr algn="r"/>
            <a:r>
              <a:rPr lang="en-IN" b="1"/>
              <a:t>Dealer Service URL Validator</a:t>
            </a:r>
            <a:br>
              <a:rPr lang="en-IN" b="1"/>
            </a:b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903442-7484-D90B-EA7C-0F861DE13C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91086" y="4924492"/>
            <a:ext cx="5214383" cy="319556"/>
          </a:xfrm>
        </p:spPr>
        <p:txBody>
          <a:bodyPr/>
          <a:lstStyle/>
          <a:p>
            <a:r>
              <a:rPr lang="en-IN"/>
              <a:t>TMNA – RAPP</a:t>
            </a:r>
          </a:p>
        </p:txBody>
      </p:sp>
    </p:spTree>
    <p:extLst>
      <p:ext uri="{BB962C8B-B14F-4D97-AF65-F5344CB8AC3E}">
        <p14:creationId xmlns:p14="http://schemas.microsoft.com/office/powerpoint/2010/main" val="277778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A5DCF5-411E-8DD4-131F-7AA632A91F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/>
              <a:t>Executive 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013DDA-3DD6-5C83-31A1-80E3A63A4FF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</a:t>
            </a:fld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CB3DA-A9E0-C1F9-3231-0275A5AD027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5227" y="1457077"/>
            <a:ext cx="6513583" cy="319556"/>
          </a:xfrm>
        </p:spPr>
        <p:txBody>
          <a:bodyPr/>
          <a:lstStyle/>
          <a:p>
            <a:pPr fontAlgn="t">
              <a:lnSpc>
                <a:spcPct val="100000"/>
              </a:lnSpc>
            </a:pPr>
            <a:r>
              <a:rPr lang="en-IN" sz="1600" b="1">
                <a:latin typeface="DIN Offc Pro Black" panose="020B0504020101020102"/>
              </a:rPr>
              <a:t>Objective</a:t>
            </a:r>
            <a:endParaRPr lang="en-IN" sz="1600">
              <a:latin typeface="DIN Offc Pro Black" panose="020B0504020101020102"/>
            </a:endParaRPr>
          </a:p>
          <a:p>
            <a:pPr>
              <a:lnSpc>
                <a:spcPct val="100000"/>
              </a:lnSpc>
            </a:pPr>
            <a:r>
              <a:rPr lang="en-IN" sz="1600">
                <a:latin typeface="DIN Offc Pro Black" panose="020B0504020101020102"/>
                <a:cs typeface="Arial" panose="020B0604020202020204" pitchFamily="34" charset="0"/>
              </a:rPr>
              <a:t>A</a:t>
            </a:r>
            <a:r>
              <a:rPr lang="en-US" sz="1600">
                <a:latin typeface="DIN Offc Pro Black" panose="020B0504020101020102"/>
                <a:cs typeface="Arial" panose="020B0604020202020204" pitchFamily="34" charset="0"/>
              </a:rPr>
              <a:t> practical </a:t>
            </a:r>
            <a:r>
              <a:rPr lang="en-US" sz="1600" err="1">
                <a:latin typeface="DIN Offc Pro Black" panose="020B0504020101020102"/>
                <a:cs typeface="Arial" panose="020B0604020202020204" pitchFamily="34" charset="0"/>
              </a:rPr>
              <a:t>Streamlit</a:t>
            </a:r>
            <a:r>
              <a:rPr lang="en-US" sz="1600">
                <a:latin typeface="DIN Offc Pro Black" panose="020B0504020101020102"/>
                <a:cs typeface="Arial" panose="020B0604020202020204" pitchFamily="34" charset="0"/>
              </a:rPr>
              <a:t>-based workflow to validate dealer service URLs, flag issues, and generate downloadable QA-ready results.</a:t>
            </a:r>
          </a:p>
          <a:p>
            <a:pPr fontAlgn="t">
              <a:lnSpc>
                <a:spcPct val="100000"/>
              </a:lnSpc>
            </a:pPr>
            <a:endParaRPr lang="en-IN" sz="1600">
              <a:latin typeface="DIN Offc Pro Black" panose="020B0504020101020102"/>
            </a:endParaRPr>
          </a:p>
          <a:p>
            <a:pPr fontAlgn="t">
              <a:lnSpc>
                <a:spcPct val="100000"/>
              </a:lnSpc>
            </a:pPr>
            <a:r>
              <a:rPr lang="en-IN" sz="1600" b="1">
                <a:latin typeface="DIN Offc Pro Black" panose="020B0504020101020102"/>
              </a:rPr>
              <a:t>Dataset</a:t>
            </a:r>
            <a:endParaRPr lang="en-IN" sz="1600">
              <a:latin typeface="DIN Offc Pro Black" panose="020B0504020101020102"/>
            </a:endParaRPr>
          </a:p>
          <a:p>
            <a:pPr fontAlgn="t">
              <a:lnSpc>
                <a:spcPct val="100000"/>
              </a:lnSpc>
            </a:pPr>
            <a:r>
              <a:rPr lang="en-IN" sz="1600">
                <a:latin typeface="DIN Offc Pro Black" panose="020B0504020101020102"/>
              </a:rPr>
              <a:t>Toyota AMP Dealer Profile</a:t>
            </a:r>
          </a:p>
          <a:p>
            <a:pPr fontAlgn="t">
              <a:lnSpc>
                <a:spcPct val="100000"/>
              </a:lnSpc>
            </a:pPr>
            <a:endParaRPr lang="en-IN" sz="1600">
              <a:latin typeface="DIN Offc Pro Black" panose="020B0504020101020102"/>
            </a:endParaRPr>
          </a:p>
          <a:p>
            <a:pPr fontAlgn="t">
              <a:lnSpc>
                <a:spcPct val="100000"/>
              </a:lnSpc>
            </a:pPr>
            <a:r>
              <a:rPr lang="en-IN" sz="1600" b="1">
                <a:latin typeface="DIN Offc Pro Black" panose="020B0504020101020102"/>
              </a:rPr>
              <a:t>Validation Coverage</a:t>
            </a:r>
          </a:p>
          <a:p>
            <a:pPr fontAlgn="t">
              <a:lnSpc>
                <a:spcPct val="100000"/>
              </a:lnSpc>
            </a:pPr>
            <a:r>
              <a:rPr lang="en-GB" sz="1600">
                <a:latin typeface="DIN Offc Pro Black" panose="020B0504020101020102"/>
                <a:cs typeface="Arial" panose="020B0604020202020204" pitchFamily="34" charset="0"/>
              </a:rPr>
              <a:t>Reachability, Destination Validation, and Query String Integrity.</a:t>
            </a:r>
          </a:p>
          <a:p>
            <a:pPr fontAlgn="t">
              <a:lnSpc>
                <a:spcPct val="100000"/>
              </a:lnSpc>
            </a:pPr>
            <a:endParaRPr lang="en-GB" sz="1600">
              <a:latin typeface="DIN Offc Pro Black" panose="020B0504020101020102"/>
              <a:cs typeface="Arial" panose="020B0604020202020204" pitchFamily="34" charset="0"/>
            </a:endParaRPr>
          </a:p>
          <a:p>
            <a:pPr fontAlgn="t">
              <a:lnSpc>
                <a:spcPct val="100000"/>
              </a:lnSpc>
            </a:pPr>
            <a:r>
              <a:rPr lang="en-IN" sz="1600" b="1">
                <a:latin typeface="DIN Offc Pro Black" panose="020B0504020101020102"/>
              </a:rPr>
              <a:t>Outcome</a:t>
            </a:r>
            <a:endParaRPr lang="en-IN" sz="1600">
              <a:latin typeface="DIN Offc Pro Black" panose="020B0504020101020102"/>
            </a:endParaRPr>
          </a:p>
          <a:p>
            <a:pPr fontAlgn="t">
              <a:lnSpc>
                <a:spcPct val="100000"/>
              </a:lnSpc>
            </a:pPr>
            <a:r>
              <a:rPr lang="en-IN" sz="1600">
                <a:latin typeface="DIN Offc Pro Black" panose="020B0504020101020102"/>
              </a:rPr>
              <a:t>Automated identification of broken, missing, misconfigured, and tracking-unfriendly URLs</a:t>
            </a:r>
          </a:p>
          <a:p>
            <a:pPr fontAlgn="t">
              <a:lnSpc>
                <a:spcPct val="100000"/>
              </a:lnSpc>
            </a:pPr>
            <a:r>
              <a:rPr lang="en-GB" sz="1600">
                <a:latin typeface="DIN Offc Pro Black" panose="020B0504020101020102"/>
                <a:cs typeface="Arial" panose="020B0604020202020204" pitchFamily="34" charset="0"/>
              </a:rPr>
              <a:t>New dealer service URL suggestion with confidence (Bonus) </a:t>
            </a:r>
          </a:p>
          <a:p>
            <a:pPr fontAlgn="t">
              <a:lnSpc>
                <a:spcPct val="100000"/>
              </a:lnSpc>
            </a:pPr>
            <a:endParaRPr lang="en-IN" sz="1600">
              <a:latin typeface="DIN Offc Pro Black" panose="020B0504020101020102"/>
            </a:endParaRPr>
          </a:p>
          <a:p>
            <a:pPr fontAlgn="t">
              <a:lnSpc>
                <a:spcPct val="100000"/>
              </a:lnSpc>
            </a:pPr>
            <a:endParaRPr lang="en-IN" sz="1600">
              <a:latin typeface="DIN Offc Pro Black" panose="020B0504020101020102"/>
            </a:endParaRPr>
          </a:p>
          <a:p>
            <a:pPr fontAlgn="t">
              <a:lnSpc>
                <a:spcPct val="100000"/>
              </a:lnSpc>
            </a:pPr>
            <a:endParaRPr lang="en-IN" sz="1600">
              <a:latin typeface="DIN Offc Pro Black" panose="020B0504020101020102"/>
            </a:endParaRPr>
          </a:p>
          <a:p>
            <a:pPr fontAlgn="t">
              <a:lnSpc>
                <a:spcPct val="100000"/>
              </a:lnSpc>
            </a:pPr>
            <a:endParaRPr lang="en-IN" sz="1600">
              <a:latin typeface="DIN Offc Pro Black" panose="020B0504020101020102"/>
            </a:endParaRPr>
          </a:p>
        </p:txBody>
      </p:sp>
    </p:spTree>
    <p:extLst>
      <p:ext uri="{BB962C8B-B14F-4D97-AF65-F5344CB8AC3E}">
        <p14:creationId xmlns:p14="http://schemas.microsoft.com/office/powerpoint/2010/main" val="3219582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D81A72-5A9C-0AB1-F5FD-24D5952A791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/>
              <a:t>Validation Categories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ABAB85-EAE8-1D03-6AF7-F85AFC41A1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3</a:t>
            </a:fld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E5DE5-4FC0-720D-8480-5A455DB2DAF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fontAlgn="t">
              <a:lnSpc>
                <a:spcPts val="1500"/>
              </a:lnSpc>
            </a:pPr>
            <a:r>
              <a:rPr lang="en-IN" sz="1600" b="1">
                <a:latin typeface="Segoe UI" panose="020B0502040204020203" pitchFamily="34" charset="0"/>
              </a:rPr>
              <a:t>Reachability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Segoe UI" panose="020B0502040204020203" pitchFamily="34" charset="0"/>
              </a:rPr>
              <a:t>No URL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Segoe UI" panose="020B0502040204020203" pitchFamily="34" charset="0"/>
              </a:rPr>
              <a:t>Service URL same as homepage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Segoe UI" panose="020B0502040204020203" pitchFamily="34" charset="0"/>
              </a:rPr>
              <a:t>Timeout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Segoe UI" panose="020B0502040204020203" pitchFamily="34" charset="0"/>
              </a:rPr>
              <a:t>Error Page</a:t>
            </a:r>
          </a:p>
          <a:p>
            <a:pPr fontAlgn="t">
              <a:lnSpc>
                <a:spcPts val="1500"/>
              </a:lnSpc>
            </a:pPr>
            <a:endParaRPr lang="en-IN" sz="160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</a:pPr>
            <a:r>
              <a:rPr lang="en-IN" sz="1600" b="1">
                <a:latin typeface="Segoe UI" panose="020B0502040204020203" pitchFamily="34" charset="0"/>
              </a:rPr>
              <a:t>Destination Validation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Segoe UI" panose="020B0502040204020203" pitchFamily="34" charset="0"/>
              </a:rPr>
              <a:t>Different Domain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Segoe UI" panose="020B0502040204020203" pitchFamily="34" charset="0"/>
              </a:rPr>
              <a:t>3rd Party Scheduler</a:t>
            </a:r>
          </a:p>
          <a:p>
            <a:pPr fontAlgn="t">
              <a:lnSpc>
                <a:spcPts val="1500"/>
              </a:lnSpc>
            </a:pPr>
            <a:endParaRPr lang="en-IN" sz="160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</a:pPr>
            <a:r>
              <a:rPr lang="en-IN" sz="1600" b="1">
                <a:latin typeface="Segoe UI" panose="020B0502040204020203" pitchFamily="34" charset="0"/>
              </a:rPr>
              <a:t>Tracking Validation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Segoe UI" panose="020B0502040204020203" pitchFamily="34" charset="0"/>
              </a:rPr>
              <a:t>Query String Issues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Segoe UI" panose="020B0502040204020203" pitchFamily="34" charset="0"/>
              </a:rPr>
              <a:t>Redirect Issues</a:t>
            </a:r>
          </a:p>
          <a:p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232852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B519F1-CD22-E368-104C-A3DBB90AB8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>
                <a:latin typeface="DIN Offc Pro Black" panose="020B0504020101020102"/>
              </a:rPr>
              <a:t>URL Validation Framework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8B43A-40F0-5D15-A915-4C03C099A5D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4BEB859-F244-3090-5CC3-5D10F3C10D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0844417"/>
              </p:ext>
            </p:extLst>
          </p:nvPr>
        </p:nvGraphicFramePr>
        <p:xfrm>
          <a:off x="525207" y="719666"/>
          <a:ext cx="1138686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746DBCA-A5BF-377A-99C2-405745B4181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3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16FA2E-E89B-5522-9286-542C0A239F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/>
              <a:t>How the workflow works?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A8DB7B-97BE-D7E0-A9B7-FD09FD03A84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5</a:t>
            </a:fld>
            <a:endParaRPr lang="en-IN"/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8A1B15E2-3B81-7418-3D60-7FD5EDFD7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5207" y="1636959"/>
            <a:ext cx="9829755" cy="3639376"/>
          </a:xfrm>
        </p:spPr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en-IN" sz="1600"/>
              <a:t>Upload AMP Dealer Profile Sheet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/>
              <a:t>Confirm Dealer URL and Dealer Service URL columns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/>
              <a:t>Edit the tracking-param list (optional)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/>
              <a:t>Set the number of rows to process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/>
              <a:t>Check if query string test is needed (optional)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/>
              <a:t>Check if bonus part is required (new service URL suggestion) (optional)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/>
              <a:t>Toggle the number for maximum parallel request that can processed together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/>
              <a:t>RUN VALIDATION</a:t>
            </a:r>
          </a:p>
          <a:p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290087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33D015-4728-7DBB-6964-39EB022F89F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/>
              <a:t>Validation Result 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478B2B-07F1-CF93-E0FF-0457C04E657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6</a:t>
            </a:fld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3C46F-CBD2-4670-9BB6-59EBACC2397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88BC0C-F296-C979-F9A5-AF01752BB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39248"/>
              </p:ext>
            </p:extLst>
          </p:nvPr>
        </p:nvGraphicFramePr>
        <p:xfrm>
          <a:off x="563590" y="1285979"/>
          <a:ext cx="10842861" cy="46365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81420">
                  <a:extLst>
                    <a:ext uri="{9D8B030D-6E8A-4147-A177-3AD203B41FA5}">
                      <a16:colId xmlns:a16="http://schemas.microsoft.com/office/drawing/2014/main" val="1833339300"/>
                    </a:ext>
                  </a:extLst>
                </a:gridCol>
                <a:gridCol w="1700448">
                  <a:extLst>
                    <a:ext uri="{9D8B030D-6E8A-4147-A177-3AD203B41FA5}">
                      <a16:colId xmlns:a16="http://schemas.microsoft.com/office/drawing/2014/main" val="3631346845"/>
                    </a:ext>
                  </a:extLst>
                </a:gridCol>
                <a:gridCol w="980258">
                  <a:extLst>
                    <a:ext uri="{9D8B030D-6E8A-4147-A177-3AD203B41FA5}">
                      <a16:colId xmlns:a16="http://schemas.microsoft.com/office/drawing/2014/main" val="1018317144"/>
                    </a:ext>
                  </a:extLst>
                </a:gridCol>
                <a:gridCol w="1020268">
                  <a:extLst>
                    <a:ext uri="{9D8B030D-6E8A-4147-A177-3AD203B41FA5}">
                      <a16:colId xmlns:a16="http://schemas.microsoft.com/office/drawing/2014/main" val="332414423"/>
                    </a:ext>
                  </a:extLst>
                </a:gridCol>
                <a:gridCol w="980258">
                  <a:extLst>
                    <a:ext uri="{9D8B030D-6E8A-4147-A177-3AD203B41FA5}">
                      <a16:colId xmlns:a16="http://schemas.microsoft.com/office/drawing/2014/main" val="197523116"/>
                    </a:ext>
                  </a:extLst>
                </a:gridCol>
                <a:gridCol w="780209">
                  <a:extLst>
                    <a:ext uri="{9D8B030D-6E8A-4147-A177-3AD203B41FA5}">
                      <a16:colId xmlns:a16="http://schemas.microsoft.com/office/drawing/2014/main" val="2671236637"/>
                    </a:ext>
                  </a:extLst>
                </a:gridCol>
              </a:tblGrid>
              <a:tr h="111377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Error Type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ctr"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Count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ctr"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Count of suggested URL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072180"/>
                  </a:ext>
                </a:extLst>
              </a:tr>
              <a:tr h="1113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High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Medium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Low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None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310360"/>
                  </a:ext>
                </a:extLst>
              </a:tr>
              <a:tr h="1951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3rd Party Scheduler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extLst>
                  <a:ext uri="{0D108BD9-81ED-4DB2-BD59-A6C34878D82A}">
                    <a16:rowId xmlns:a16="http://schemas.microsoft.com/office/drawing/2014/main" val="210685673"/>
                  </a:ext>
                </a:extLst>
              </a:tr>
              <a:tr h="3626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Different Domain (Unverified)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extLst>
                  <a:ext uri="{0D108BD9-81ED-4DB2-BD59-A6C34878D82A}">
                    <a16:rowId xmlns:a16="http://schemas.microsoft.com/office/drawing/2014/main" val="2223515002"/>
                  </a:ext>
                </a:extLst>
              </a:tr>
              <a:tr h="2789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Error Page Entered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159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117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extLst>
                  <a:ext uri="{0D108BD9-81ED-4DB2-BD59-A6C34878D82A}">
                    <a16:rowId xmlns:a16="http://schemas.microsoft.com/office/drawing/2014/main" val="1462857176"/>
                  </a:ext>
                </a:extLst>
              </a:tr>
              <a:tr h="1951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No Issue Detected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620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extLst>
                  <a:ext uri="{0D108BD9-81ED-4DB2-BD59-A6C34878D82A}">
                    <a16:rowId xmlns:a16="http://schemas.microsoft.com/office/drawing/2014/main" val="75366323"/>
                  </a:ext>
                </a:extLst>
              </a:tr>
              <a:tr h="1113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No URL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extLst>
                  <a:ext uri="{0D108BD9-81ED-4DB2-BD59-A6C34878D82A}">
                    <a16:rowId xmlns:a16="http://schemas.microsoft.com/office/drawing/2014/main" val="1520596978"/>
                  </a:ext>
                </a:extLst>
              </a:tr>
              <a:tr h="446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Query String Dropped on Append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extLst>
                  <a:ext uri="{0D108BD9-81ED-4DB2-BD59-A6C34878D82A}">
                    <a16:rowId xmlns:a16="http://schemas.microsoft.com/office/drawing/2014/main" val="821793812"/>
                  </a:ext>
                </a:extLst>
              </a:tr>
              <a:tr h="446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Query String Renders Error Page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extLst>
                  <a:ext uri="{0D108BD9-81ED-4DB2-BD59-A6C34878D82A}">
                    <a16:rowId xmlns:a16="http://schemas.microsoft.com/office/drawing/2014/main" val="3099688126"/>
                  </a:ext>
                </a:extLst>
              </a:tr>
              <a:tr h="5302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Query String Test Failed (network error)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extLst>
                  <a:ext uri="{0D108BD9-81ED-4DB2-BD59-A6C34878D82A}">
                    <a16:rowId xmlns:a16="http://schemas.microsoft.com/office/drawing/2014/main" val="2392759092"/>
                  </a:ext>
                </a:extLst>
              </a:tr>
              <a:tr h="3626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Redirect Drops Query String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167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extLst>
                  <a:ext uri="{0D108BD9-81ED-4DB2-BD59-A6C34878D82A}">
                    <a16:rowId xmlns:a16="http://schemas.microsoft.com/office/drawing/2014/main" val="3636797660"/>
                  </a:ext>
                </a:extLst>
              </a:tr>
              <a:tr h="446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Same as Dealer_URL (homepage)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163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141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extLst>
                  <a:ext uri="{0D108BD9-81ED-4DB2-BD59-A6C34878D82A}">
                    <a16:rowId xmlns:a16="http://schemas.microsoft.com/office/drawing/2014/main" val="47146558"/>
                  </a:ext>
                </a:extLst>
              </a:tr>
              <a:tr h="2789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Tracking Appends Entered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extLst>
                  <a:ext uri="{0D108BD9-81ED-4DB2-BD59-A6C34878D82A}">
                    <a16:rowId xmlns:a16="http://schemas.microsoft.com/office/drawing/2014/main" val="84364109"/>
                  </a:ext>
                </a:extLst>
              </a:tr>
              <a:tr h="2789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Unreachable / Timeout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DIN Offc Pro Black" panose="020B0504020101020102"/>
                      </a:endParaRPr>
                    </a:p>
                  </a:txBody>
                  <a:tcPr marL="4760" marR="4760" marT="4760" marB="22847" anchor="b"/>
                </a:tc>
                <a:extLst>
                  <a:ext uri="{0D108BD9-81ED-4DB2-BD59-A6C34878D82A}">
                    <a16:rowId xmlns:a16="http://schemas.microsoft.com/office/drawing/2014/main" val="982894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7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B659F-4820-61CC-14FA-0663EFE2D03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/>
              <a:t>Key Findings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A36932-97FF-CDC6-8AFD-ADAE4D3CDA3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7</a:t>
            </a:fld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2CEEE-10B6-EF6C-3BF0-62156B2A8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fontAlgn="t">
              <a:lnSpc>
                <a:spcPct val="100000"/>
              </a:lnSpc>
            </a:pPr>
            <a:r>
              <a:rPr lang="en-IN" sz="1600" b="1">
                <a:latin typeface="DIN Offc Pro Black" panose="020B0504020101020102"/>
              </a:rPr>
              <a:t>Tracking Risk</a:t>
            </a:r>
          </a:p>
          <a:p>
            <a:pPr fontAlgn="t">
              <a:lnSpc>
                <a:spcPct val="100000"/>
              </a:lnSpc>
            </a:pPr>
            <a:r>
              <a:rPr lang="en-IN" sz="1600">
                <a:latin typeface="DIN Offc Pro Black" panose="020B0504020101020102"/>
              </a:rPr>
              <a:t>167 URLs drop query strings during redirects</a:t>
            </a:r>
          </a:p>
          <a:p>
            <a:pPr fontAlgn="t">
              <a:lnSpc>
                <a:spcPct val="100000"/>
              </a:lnSpc>
            </a:pPr>
            <a:endParaRPr lang="en-IN" sz="1600" b="1">
              <a:latin typeface="DIN Offc Pro Black" panose="020B0504020101020102"/>
            </a:endParaRPr>
          </a:p>
          <a:p>
            <a:pPr fontAlgn="t">
              <a:lnSpc>
                <a:spcPct val="100000"/>
              </a:lnSpc>
            </a:pPr>
            <a:r>
              <a:rPr lang="en-IN" sz="1600" b="1">
                <a:latin typeface="DIN Offc Pro Black" panose="020B0504020101020102"/>
              </a:rPr>
              <a:t>Broken Experiences</a:t>
            </a:r>
          </a:p>
          <a:p>
            <a:pPr fontAlgn="t">
              <a:lnSpc>
                <a:spcPct val="100000"/>
              </a:lnSpc>
            </a:pPr>
            <a:r>
              <a:rPr lang="en-IN" sz="1600">
                <a:latin typeface="DIN Offc Pro Black" panose="020B0504020101020102"/>
              </a:rPr>
              <a:t>159 URLs return error pages</a:t>
            </a:r>
          </a:p>
          <a:p>
            <a:pPr fontAlgn="t">
              <a:lnSpc>
                <a:spcPct val="100000"/>
              </a:lnSpc>
            </a:pPr>
            <a:endParaRPr lang="en-IN" sz="1600" b="1">
              <a:latin typeface="DIN Offc Pro Black" panose="020B0504020101020102"/>
            </a:endParaRPr>
          </a:p>
          <a:p>
            <a:pPr fontAlgn="t">
              <a:lnSpc>
                <a:spcPct val="100000"/>
              </a:lnSpc>
            </a:pPr>
            <a:r>
              <a:rPr lang="en-IN" sz="1600" b="1">
                <a:latin typeface="DIN Offc Pro Black" panose="020B0504020101020102"/>
              </a:rPr>
              <a:t>Missing Service URLs</a:t>
            </a:r>
          </a:p>
          <a:p>
            <a:pPr fontAlgn="t">
              <a:lnSpc>
                <a:spcPct val="100000"/>
              </a:lnSpc>
            </a:pPr>
            <a:r>
              <a:rPr lang="en-IN" sz="1600">
                <a:latin typeface="DIN Offc Pro Black" panose="020B0504020101020102"/>
              </a:rPr>
              <a:t>58 dealers have no service URL provided</a:t>
            </a:r>
          </a:p>
          <a:p>
            <a:pPr fontAlgn="t">
              <a:lnSpc>
                <a:spcPct val="100000"/>
              </a:lnSpc>
            </a:pPr>
            <a:endParaRPr lang="en-IN" sz="1600" b="1">
              <a:latin typeface="DIN Offc Pro Black" panose="020B0504020101020102"/>
            </a:endParaRPr>
          </a:p>
          <a:p>
            <a:pPr fontAlgn="t">
              <a:lnSpc>
                <a:spcPct val="100000"/>
              </a:lnSpc>
            </a:pPr>
            <a:r>
              <a:rPr lang="en-IN" sz="1600" b="1">
                <a:latin typeface="DIN Offc Pro Black" panose="020B0504020101020102"/>
              </a:rPr>
              <a:t>Homepage Usage</a:t>
            </a:r>
          </a:p>
          <a:p>
            <a:pPr fontAlgn="t">
              <a:lnSpc>
                <a:spcPct val="100000"/>
              </a:lnSpc>
            </a:pPr>
            <a:r>
              <a:rPr lang="en-IN" sz="1600">
                <a:latin typeface="DIN Offc Pro Black" panose="020B0504020101020102"/>
              </a:rPr>
              <a:t>163 URLs point to the dealer homepage rather than a dedicated scheduler</a:t>
            </a:r>
          </a:p>
          <a:p>
            <a:pPr>
              <a:lnSpc>
                <a:spcPct val="100000"/>
              </a:lnSpc>
            </a:pPr>
            <a:endParaRPr lang="en-IN" sz="1600">
              <a:latin typeface="DIN Offc Pro Black" panose="020B0504020101020102"/>
            </a:endParaRPr>
          </a:p>
        </p:txBody>
      </p:sp>
    </p:spTree>
    <p:extLst>
      <p:ext uri="{BB962C8B-B14F-4D97-AF65-F5344CB8AC3E}">
        <p14:creationId xmlns:p14="http://schemas.microsoft.com/office/powerpoint/2010/main" val="269710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75DFF7-BFA7-EAAB-4528-5B169F38F5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/>
              <a:t>Business impact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25FCF7-D36F-0D65-7DAC-32BE9E4B747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8</a:t>
            </a:fld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B39E0-6419-8D8E-213E-DAD27834DF6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lIns="91440" tIns="45720" rIns="91440" bIns="45720" anchor="t"/>
          <a:lstStyle/>
          <a:p>
            <a:pPr fontAlgn="t">
              <a:lnSpc>
                <a:spcPts val="1500"/>
              </a:lnSpc>
            </a:pPr>
            <a:r>
              <a:rPr lang="en-IN" sz="1600" b="1">
                <a:latin typeface="DIN Offc Pro Black" panose="020B0504020101020102"/>
              </a:rPr>
              <a:t>Customer Experience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Cleaner access to schedulers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IN" sz="1600">
              <a:latin typeface="DIN Offc Pro Black" panose="020B0504020101020102"/>
            </a:endParaRPr>
          </a:p>
          <a:p>
            <a:pPr fontAlgn="t">
              <a:lnSpc>
                <a:spcPts val="1500"/>
              </a:lnSpc>
            </a:pPr>
            <a:r>
              <a:rPr lang="en-IN" sz="1600" b="1">
                <a:latin typeface="DIN Offc Pro Black" panose="020B0504020101020102"/>
              </a:rPr>
              <a:t>Tracking Accuracy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Improved URL quality 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Better campaign attribution 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Reduced tracking loss 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IN" sz="1600">
              <a:latin typeface="DIN Offc Pro Black" panose="020B0504020101020102"/>
            </a:endParaRPr>
          </a:p>
          <a:p>
            <a:pPr fontAlgn="t">
              <a:lnSpc>
                <a:spcPts val="1500"/>
              </a:lnSpc>
            </a:pPr>
            <a:r>
              <a:rPr lang="en-IN" sz="1600" b="1">
                <a:latin typeface="DIN Offc Pro Black" panose="020B0504020101020102"/>
              </a:rPr>
              <a:t>QA Efficiency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Faster issue remediation 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Lower manual QA effort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IN" sz="1600">
              <a:latin typeface="DIN Offc Pro Black" panose="020B0504020101020102"/>
            </a:endParaRPr>
          </a:p>
          <a:p>
            <a:pPr fontAlgn="t">
              <a:lnSpc>
                <a:spcPts val="1500"/>
              </a:lnSpc>
            </a:pPr>
            <a:r>
              <a:rPr lang="en-IN" sz="1600" b="1">
                <a:latin typeface="DIN Offc Pro Black" panose="020B0504020101020102"/>
              </a:rPr>
              <a:t>Data Quality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Cleaner AMP Profile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>
              <a:latin typeface="DIN Offc Pro Black" panose="020B0504020101020102"/>
            </a:endParaRPr>
          </a:p>
        </p:txBody>
      </p:sp>
    </p:spTree>
    <p:extLst>
      <p:ext uri="{BB962C8B-B14F-4D97-AF65-F5344CB8AC3E}">
        <p14:creationId xmlns:p14="http://schemas.microsoft.com/office/powerpoint/2010/main" val="1006190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C7336C-B2A1-8D1C-94B0-CD474F13C9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/>
              <a:t>Recommended Enhancement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BC0A0A-9AF2-CF3F-2B78-140F41A2627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9</a:t>
            </a:fld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68E4B-018A-4917-A296-0F9905E675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fontAlgn="t">
              <a:lnSpc>
                <a:spcPts val="1500"/>
              </a:lnSpc>
            </a:pPr>
            <a:r>
              <a:rPr lang="en-IN" sz="1600" b="1">
                <a:latin typeface="DIN Offc Pro Black" panose="020B0504020101020102"/>
              </a:rPr>
              <a:t>Priority 1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Homepage Scheduler Detection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HTTP Error Classification (403 vs 404 vs 5xx)</a:t>
            </a:r>
          </a:p>
          <a:p>
            <a:pPr fontAlgn="t">
              <a:lnSpc>
                <a:spcPts val="1500"/>
              </a:lnSpc>
            </a:pPr>
            <a:endParaRPr lang="en-IN" sz="1600">
              <a:latin typeface="DIN Offc Pro Black" panose="020B0504020101020102"/>
            </a:endParaRPr>
          </a:p>
          <a:p>
            <a:pPr fontAlgn="t">
              <a:lnSpc>
                <a:spcPts val="1500"/>
              </a:lnSpc>
            </a:pPr>
            <a:r>
              <a:rPr lang="en-IN" sz="1600" b="1">
                <a:latin typeface="DIN Offc Pro Black" panose="020B0504020101020102"/>
              </a:rPr>
              <a:t>Priority 2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Improve Suggested URL Confidence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Expand Scheduler Domain Library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Dashboard Reporting</a:t>
            </a:r>
          </a:p>
        </p:txBody>
      </p:sp>
    </p:spTree>
    <p:extLst>
      <p:ext uri="{BB962C8B-B14F-4D97-AF65-F5344CB8AC3E}">
        <p14:creationId xmlns:p14="http://schemas.microsoft.com/office/powerpoint/2010/main" val="2412586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328737-7546-E2ED-35D7-B29B18D8F08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/>
              <a:t>Gaps in current Framework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BD6943-DBFF-02F5-2BFD-B4EFAC16D0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10</a:t>
            </a:fld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6BB755-7507-C518-5AB4-80A55686C0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IN" sz="1600">
                <a:latin typeface="DIN Offc Pro Black" panose="020B0504020101020102"/>
              </a:rPr>
              <a:t>Current validator does not distinguish</a:t>
            </a:r>
          </a:p>
          <a:p>
            <a:endParaRPr lang="en-IN" sz="1600">
              <a:latin typeface="DIN Offc Pro Black" panose="020B0504020101020102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CFDF3D-3C31-0B68-2DE7-2742C7B71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649145"/>
              </p:ext>
            </p:extLst>
          </p:nvPr>
        </p:nvGraphicFramePr>
        <p:xfrm>
          <a:off x="838200" y="2247444"/>
          <a:ext cx="10515600" cy="182880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504713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266523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Current State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Proposed State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546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 Page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403 / 404 / 5xx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7762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Timeout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DNS / SSL / Timeout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1988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Homepage URL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Homepage Scheduler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1980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 Redirect Chain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Excessive Redirect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6370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794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0673A5-15D6-FC9C-AB2F-B919FF8729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/>
              <a:t>Future Use case outside of </a:t>
            </a:r>
            <a:r>
              <a:rPr lang="en-IN" err="1"/>
              <a:t>tmna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84E98B-4CCD-D81C-D059-530F39CE9B3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11</a:t>
            </a:fld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09921-BBFB-3C81-84A6-22901E8DDA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Quick post-launch smoke test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DIN Offc Pro Black" panose="020B0504020101020102"/>
              </a:rPr>
              <a:t>URL suggestion as per desired keyword</a:t>
            </a:r>
          </a:p>
        </p:txBody>
      </p:sp>
    </p:spTree>
    <p:extLst>
      <p:ext uri="{BB962C8B-B14F-4D97-AF65-F5344CB8AC3E}">
        <p14:creationId xmlns:p14="http://schemas.microsoft.com/office/powerpoint/2010/main" val="1668257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51610B-C77E-BB9D-6978-94C7CFCB305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/>
              <a:t>Technical highlights</a:t>
            </a:r>
          </a:p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713658-DF65-2BB6-DB64-9430702AA98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12</a:t>
            </a:fld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B71EE-18DD-14CD-BFAB-80AFD01F8E2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334155"/>
                </a:solidFill>
              </a:defRPr>
            </a:pPr>
            <a:r>
              <a:rPr lang="en-US"/>
              <a:t>Uses requests for fast standard HTTP checks and redirect handling.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334155"/>
                </a:solidFill>
              </a:defRPr>
            </a:pPr>
            <a:r>
              <a:rPr lang="en-US"/>
              <a:t>Falls back to Playwright for sites that require JavaScript rendering.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334155"/>
                </a:solidFill>
              </a:defRPr>
            </a:pPr>
            <a:r>
              <a:rPr lang="en-US"/>
              <a:t>Uses </a:t>
            </a:r>
            <a:r>
              <a:rPr lang="en-US" err="1"/>
              <a:t>truststore</a:t>
            </a:r>
            <a:r>
              <a:rPr lang="en-US"/>
              <a:t> to improve TLS compatibility with real-world dealer sites.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334155"/>
                </a:solidFill>
              </a:defRPr>
            </a:pPr>
            <a:r>
              <a:rPr lang="en-US"/>
              <a:t>Supports best-effort replacement URL suggestions via sitemap and homepage-link scanning.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334155"/>
                </a:solidFill>
              </a:defRPr>
            </a:pPr>
            <a:r>
              <a:rPr lang="en-US"/>
              <a:t>Works well as a reusable Python module for QA automation or future CLI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155AD02D-4B4C-EF3C-8D8C-3CFD75004B6B}"/>
              </a:ext>
            </a:extLst>
          </p:cNvPr>
          <p:cNvSpPr/>
          <p:nvPr/>
        </p:nvSpPr>
        <p:spPr>
          <a:xfrm>
            <a:off x="7223760" y="1737360"/>
            <a:ext cx="402336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5DB453-220C-DE6C-0464-CD3411790E1B}"/>
              </a:ext>
            </a:extLst>
          </p:cNvPr>
          <p:cNvSpPr txBox="1"/>
          <p:nvPr/>
        </p:nvSpPr>
        <p:spPr>
          <a:xfrm>
            <a:off x="7406640" y="1874519"/>
            <a:ext cx="2576539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>
                <a:solidFill>
                  <a:srgbClr val="0070C0"/>
                </a:solidFill>
              </a:rPr>
              <a:t>Why this matters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More consistent issue labels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Less manual QA effort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Better downstream tracking validation</a:t>
            </a: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2679ED01-D46E-1495-52FD-ABE7785732EC}"/>
              </a:ext>
            </a:extLst>
          </p:cNvPr>
          <p:cNvSpPr/>
          <p:nvPr/>
        </p:nvSpPr>
        <p:spPr>
          <a:xfrm>
            <a:off x="7223760" y="3474720"/>
            <a:ext cx="402336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9A78A7-5FAF-C2F5-926C-0FDF329E1EA1}"/>
              </a:ext>
            </a:extLst>
          </p:cNvPr>
          <p:cNvSpPr txBox="1"/>
          <p:nvPr/>
        </p:nvSpPr>
        <p:spPr>
          <a:xfrm>
            <a:off x="7406640" y="3611879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Current limitations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Some error-page detection is heuristic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JS-heavy sites can be hard to inspect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Suggested URLs are best-effort, not guaranteed</a:t>
            </a:r>
          </a:p>
        </p:txBody>
      </p:sp>
    </p:spTree>
    <p:extLst>
      <p:ext uri="{BB962C8B-B14F-4D97-AF65-F5344CB8AC3E}">
        <p14:creationId xmlns:p14="http://schemas.microsoft.com/office/powerpoint/2010/main" val="2208195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614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255556-F3BC-2FC8-65FF-D73B6469B4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/>
              <a:t>[Appendix] Error Definition </a:t>
            </a:r>
          </a:p>
          <a:p>
            <a:br>
              <a:rPr lang="en-IN"/>
            </a:b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779E6B-7451-1EFE-D3F8-54AFCB85CFF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14</a:t>
            </a:fld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E0BDF-B6B2-E93C-3D74-D042967679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3A9250-3AC4-75EA-91F3-D6E9369C9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564161"/>
              </p:ext>
            </p:extLst>
          </p:nvPr>
        </p:nvGraphicFramePr>
        <p:xfrm>
          <a:off x="689548" y="1334869"/>
          <a:ext cx="10822899" cy="50229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07633">
                  <a:extLst>
                    <a:ext uri="{9D8B030D-6E8A-4147-A177-3AD203B41FA5}">
                      <a16:colId xmlns:a16="http://schemas.microsoft.com/office/drawing/2014/main" val="2105031202"/>
                    </a:ext>
                  </a:extLst>
                </a:gridCol>
                <a:gridCol w="3607633">
                  <a:extLst>
                    <a:ext uri="{9D8B030D-6E8A-4147-A177-3AD203B41FA5}">
                      <a16:colId xmlns:a16="http://schemas.microsoft.com/office/drawing/2014/main" val="3381355808"/>
                    </a:ext>
                  </a:extLst>
                </a:gridCol>
                <a:gridCol w="3607633">
                  <a:extLst>
                    <a:ext uri="{9D8B030D-6E8A-4147-A177-3AD203B41FA5}">
                      <a16:colId xmlns:a16="http://schemas.microsoft.com/office/drawing/2014/main" val="2851019924"/>
                    </a:ext>
                  </a:extLst>
                </a:gridCol>
              </a:tblGrid>
              <a:tr h="2690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err="1">
                          <a:effectLst/>
                        </a:rPr>
                        <a:t>Error_Type</a:t>
                      </a:r>
                      <a:endParaRPr lang="en-IN" sz="1400" b="1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249" marR="1249" marT="12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Method</a:t>
                      </a:r>
                      <a:endParaRPr lang="en-IN" sz="1400" b="1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249" marR="1249" marT="12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Notes</a:t>
                      </a:r>
                      <a:endParaRPr lang="en-IN" sz="1400" b="1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249" marR="1249" marT="1249" marB="0" anchor="ctr"/>
                </a:tc>
                <a:extLst>
                  <a:ext uri="{0D108BD9-81ED-4DB2-BD59-A6C34878D82A}">
                    <a16:rowId xmlns:a16="http://schemas.microsoft.com/office/drawing/2014/main" val="1772938906"/>
                  </a:ext>
                </a:extLst>
              </a:tr>
              <a:tr h="1920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No URL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empty/NaN check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Exact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extLst>
                  <a:ext uri="{0D108BD9-81ED-4DB2-BD59-A6C34878D82A}">
                    <a16:rowId xmlns:a16="http://schemas.microsoft.com/office/drawing/2014/main" val="459780189"/>
                  </a:ext>
                </a:extLst>
              </a:tr>
              <a:tr h="1920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Same as Dealer_URL (homepage)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string normalize + compare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Exact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extLst>
                  <a:ext uri="{0D108BD9-81ED-4DB2-BD59-A6C34878D82A}">
                    <a16:rowId xmlns:a16="http://schemas.microsoft.com/office/drawing/2014/main" val="2461070403"/>
                  </a:ext>
                </a:extLst>
              </a:tr>
              <a:tr h="40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3rd Party Scheduler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service-domain differs from dealer-domain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Service URL hosted on a known 3rd-party scheduler domain (tekion, xtime, etc.)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extLst>
                  <a:ext uri="{0D108BD9-81ED-4DB2-BD59-A6C34878D82A}">
                    <a16:rowId xmlns:a16="http://schemas.microsoft.com/office/drawing/2014/main" val="3248295715"/>
                  </a:ext>
                </a:extLst>
              </a:tr>
              <a:tr h="5172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Different Domain (Unverified)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service-domain differs from dealer-domain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Service URL on a different registered domain, but not on the known scheduler list — verify manually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extLst>
                  <a:ext uri="{0D108BD9-81ED-4DB2-BD59-A6C34878D82A}">
                    <a16:rowId xmlns:a16="http://schemas.microsoft.com/office/drawing/2014/main" val="1914931601"/>
                  </a:ext>
                </a:extLst>
              </a:tr>
              <a:tr h="40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Unreachable / Timeout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HTTP request attempt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Network error, timeout, or request failure (checked before any processing)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extLst>
                  <a:ext uri="{0D108BD9-81ED-4DB2-BD59-A6C34878D82A}">
                    <a16:rowId xmlns:a16="http://schemas.microsoft.com/office/drawing/2014/main" val="1033940479"/>
                  </a:ext>
                </a:extLst>
              </a:tr>
              <a:tr h="2306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Tracking Appends Entered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query-string key match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Exact, given the tracking-key list is complete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extLst>
                  <a:ext uri="{0D108BD9-81ED-4DB2-BD59-A6C34878D82A}">
                    <a16:rowId xmlns:a16="http://schemas.microsoft.com/office/drawing/2014/main" val="3654210749"/>
                  </a:ext>
                </a:extLst>
              </a:tr>
              <a:tr h="4886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Error Page Entered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HTTP status ≥400, or 200 with error-page text signatures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Soft-404s (200 status, "page not found" copy) are heuristic — text-signature list is not exhaustive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extLst>
                  <a:ext uri="{0D108BD9-81ED-4DB2-BD59-A6C34878D82A}">
                    <a16:rowId xmlns:a16="http://schemas.microsoft.com/office/drawing/2014/main" val="3908590195"/>
                  </a:ext>
                </a:extLst>
              </a:tr>
              <a:tr h="40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Redirect Drops Query String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compare query params before/after following redirects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Exact for standard server-side redirects; won't catch JS-based redirects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extLst>
                  <a:ext uri="{0D108BD9-81ED-4DB2-BD59-A6C34878D82A}">
                    <a16:rowId xmlns:a16="http://schemas.microsoft.com/office/drawing/2014/main" val="2466731048"/>
                  </a:ext>
                </a:extLst>
              </a:tr>
              <a:tr h="2592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Query String Renders Error Page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append a test ?siteid=test&amp;utm_source=test, check result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Same heuristic ceiling as Error Page Entered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extLst>
                  <a:ext uri="{0D108BD9-81ED-4DB2-BD59-A6C34878D82A}">
                    <a16:rowId xmlns:a16="http://schemas.microsoft.com/office/drawing/2014/main" val="2004929152"/>
                  </a:ext>
                </a:extLst>
              </a:tr>
              <a:tr h="3828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Query String Test Failed (network error)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HTTP request attempt on test URL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Test URL with appended params failed to load (network error or timeout)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extLst>
                  <a:ext uri="{0D108BD9-81ED-4DB2-BD59-A6C34878D82A}">
                    <a16:rowId xmlns:a16="http://schemas.microsoft.com/office/drawing/2014/main" val="2430934664"/>
                  </a:ext>
                </a:extLst>
              </a:tr>
              <a:tr h="5172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Query String Dropped on Append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compare query params on test URL before/after redirect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Query string is dropped when params are appended, indicating the URL cannot preserve tracking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extLst>
                  <a:ext uri="{0D108BD9-81ED-4DB2-BD59-A6C34878D82A}">
                    <a16:rowId xmlns:a16="http://schemas.microsoft.com/office/drawing/2014/main" val="2853837368"/>
                  </a:ext>
                </a:extLst>
              </a:tr>
              <a:tr h="3828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No Issue Detected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all checks passed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URL is reachable, loads cleanly, and preserves query strings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extLst>
                  <a:ext uri="{0D108BD9-81ED-4DB2-BD59-A6C34878D82A}">
                    <a16:rowId xmlns:a16="http://schemas.microsoft.com/office/drawing/2014/main" val="497919359"/>
                  </a:ext>
                </a:extLst>
              </a:tr>
              <a:tr h="3828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Suggested_New_URL (bonus)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crawl sitemap.xml / robots.txt, keyword-score URLs, test top candidates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Best-effort — see limitations below</a:t>
                      </a:r>
                      <a:endParaRPr lang="en-IN" sz="1200" b="0" i="0" u="none" strike="noStrike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241" marR="1249" marT="1249" marB="0" anchor="ctr"/>
                </a:tc>
                <a:extLst>
                  <a:ext uri="{0D108BD9-81ED-4DB2-BD59-A6C34878D82A}">
                    <a16:rowId xmlns:a16="http://schemas.microsoft.com/office/drawing/2014/main" val="391545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298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F7988F-BDE3-0972-B433-E105AA9738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[appendix] What is in the repository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D1BB25-0CE9-41A6-C981-6FC34E40635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15</a:t>
            </a:fld>
            <a:endParaRPr lang="en-IN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A8E4F8-078D-C1FE-07D9-20183AB902D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5207" y="1426894"/>
            <a:ext cx="6513583" cy="319556"/>
          </a:xfrm>
        </p:spPr>
        <p:txBody>
          <a:bodyPr/>
          <a:lstStyle/>
          <a:p>
            <a:pPr lvl="0"/>
            <a:r>
              <a:rPr lang="en-IN">
                <a:solidFill>
                  <a:schemeClr val="accent1"/>
                </a:solidFill>
              </a:rPr>
              <a:t>app.py</a:t>
            </a:r>
            <a:endParaRPr lang="en-IN"/>
          </a:p>
          <a:p>
            <a:pPr lvl="1"/>
            <a:r>
              <a:rPr lang="en-US" sz="1600" err="1"/>
              <a:t>Streamlit</a:t>
            </a:r>
            <a:r>
              <a:rPr lang="en-US" sz="1600"/>
              <a:t> web app</a:t>
            </a:r>
            <a:endParaRPr lang="en-IN" sz="1600"/>
          </a:p>
          <a:p>
            <a:pPr lvl="1"/>
            <a:r>
              <a:rPr lang="en-US" sz="1600"/>
              <a:t>Uploads an Excel file</a:t>
            </a:r>
          </a:p>
          <a:p>
            <a:pPr lvl="1"/>
            <a:r>
              <a:rPr lang="en-US" sz="1600"/>
              <a:t>Lets the user select URL columns</a:t>
            </a:r>
          </a:p>
          <a:p>
            <a:pPr lvl="1"/>
            <a:r>
              <a:rPr lang="en-US" sz="1600"/>
              <a:t>Runs validation in parallel</a:t>
            </a:r>
            <a:endParaRPr lang="en-IN" sz="1600"/>
          </a:p>
          <a:p>
            <a:pPr lvl="0"/>
            <a:r>
              <a:rPr lang="en-IN">
                <a:solidFill>
                  <a:schemeClr val="accent1"/>
                </a:solidFill>
              </a:rPr>
              <a:t>logic.py</a:t>
            </a:r>
            <a:endParaRPr lang="en-IN"/>
          </a:p>
          <a:p>
            <a:pPr lvl="1"/>
            <a:r>
              <a:rPr lang="en-IN" sz="1600"/>
              <a:t>Pure Python validation logic</a:t>
            </a:r>
          </a:p>
          <a:p>
            <a:pPr lvl="1"/>
            <a:r>
              <a:rPr lang="en-IN" sz="1600"/>
              <a:t>Live URL checks and redirects</a:t>
            </a:r>
          </a:p>
          <a:p>
            <a:pPr lvl="1"/>
            <a:r>
              <a:rPr lang="en-IN" sz="1600"/>
              <a:t>Error-page heuristics and query-string checks</a:t>
            </a:r>
          </a:p>
          <a:p>
            <a:pPr lvl="1"/>
            <a:r>
              <a:rPr lang="en-IN" sz="1600"/>
              <a:t>Optional sitemap-based URL suggestions</a:t>
            </a:r>
          </a:p>
          <a:p>
            <a:pPr lvl="0"/>
            <a:r>
              <a:rPr lang="en-US">
                <a:solidFill>
                  <a:schemeClr val="accent1"/>
                </a:solidFill>
              </a:rPr>
              <a:t>README.md</a:t>
            </a:r>
            <a:endParaRPr lang="en-IN"/>
          </a:p>
          <a:p>
            <a:pPr lvl="1"/>
            <a:r>
              <a:rPr lang="en-US" sz="1600"/>
              <a:t>Setup steps and environment notes</a:t>
            </a:r>
            <a:endParaRPr lang="en-IN" sz="1600"/>
          </a:p>
          <a:p>
            <a:pPr lvl="1"/>
            <a:r>
              <a:rPr lang="en-US" sz="1600"/>
              <a:t>Usage instructions</a:t>
            </a:r>
          </a:p>
          <a:p>
            <a:pPr lvl="1"/>
            <a:r>
              <a:rPr lang="en-US" sz="1600"/>
              <a:t>Explains each error type and limitations</a:t>
            </a:r>
            <a:endParaRPr lang="en-IN" sz="1600"/>
          </a:p>
          <a:p>
            <a:pPr lvl="0"/>
            <a:r>
              <a:rPr lang="en-US">
                <a:solidFill>
                  <a:schemeClr val="accent1"/>
                </a:solidFill>
              </a:rPr>
              <a:t>requirements.txt</a:t>
            </a:r>
            <a:endParaRPr lang="en-IN"/>
          </a:p>
          <a:p>
            <a:pPr lvl="1"/>
            <a:r>
              <a:rPr lang="en-US" sz="1600" err="1"/>
              <a:t>Streamlit</a:t>
            </a:r>
            <a:r>
              <a:rPr lang="en-US" sz="1600"/>
              <a:t>, Pandas, </a:t>
            </a:r>
            <a:r>
              <a:rPr lang="en-US" sz="1600" err="1"/>
              <a:t>Openpyxl</a:t>
            </a:r>
            <a:r>
              <a:rPr lang="en-US" sz="1600"/>
              <a:t>, Request, Playwright, </a:t>
            </a:r>
            <a:r>
              <a:rPr lang="en-US" sz="1600" err="1"/>
              <a:t>Truststore</a:t>
            </a:r>
            <a:endParaRPr lang="en-IN" sz="1600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56959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prstDash val="sysDash"/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APPIO-CWW_DENG" id="{EF0DC578-1E2C-7944-BB4D-090254CE6D3B}" vid="{A259BA7C-3751-D94E-B626-CD8F6C8471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763F19F03E6B4EA7DDBC1FD77AA07A" ma:contentTypeVersion="17" ma:contentTypeDescription="Create a new document." ma:contentTypeScope="" ma:versionID="8eb99103bb6cb61ace4435719095cdfd">
  <xsd:schema xmlns:xsd="http://www.w3.org/2001/XMLSchema" xmlns:xs="http://www.w3.org/2001/XMLSchema" xmlns:p="http://schemas.microsoft.com/office/2006/metadata/properties" xmlns:ns2="24aad6ed-8e98-4740-9b59-fe529d18aeae" xmlns:ns3="449e88a4-9832-4738-af2d-59c8499ac3ac" xmlns:ns4="02d12187-754c-41a9-9e93-c3e1cfacc155" targetNamespace="http://schemas.microsoft.com/office/2006/metadata/properties" ma:root="true" ma:fieldsID="5e779933530d824a3ed5e65b048b4e87" ns2:_="" ns3:_="" ns4:_="">
    <xsd:import namespace="24aad6ed-8e98-4740-9b59-fe529d18aeae"/>
    <xsd:import namespace="449e88a4-9832-4738-af2d-59c8499ac3ac"/>
    <xsd:import namespace="02d12187-754c-41a9-9e93-c3e1cfacc1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aad6ed-8e98-4740-9b59-fe529d18ae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6a257fb-28f5-49c4-92c3-d49665e8e1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9e88a4-9832-4738-af2d-59c8499ac3a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d12187-754c-41a9-9e93-c3e1cfacc155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13402016-8bd8-4d7c-92ac-73b3ca4a6dd1}" ma:internalName="TaxCatchAll" ma:showField="CatchAllData" ma:web="449e88a4-9832-4738-af2d-59c8499ac3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4aad6ed-8e98-4740-9b59-fe529d18aeae">
      <Terms xmlns="http://schemas.microsoft.com/office/infopath/2007/PartnerControls"/>
    </lcf76f155ced4ddcb4097134ff3c332f>
    <TaxCatchAll xmlns="02d12187-754c-41a9-9e93-c3e1cfacc155" xsi:nil="true"/>
    <SharedWithUsers xmlns="449e88a4-9832-4738-af2d-59c8499ac3ac">
      <UserInfo>
        <DisplayName>Navish Khadooa (RAPP)</DisplayName>
        <AccountId>122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287DAFD-8B36-4817-AD2C-D5B4592DE1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8E607E-7D23-4FF4-8693-9C0317EF5C7F}">
  <ds:schemaRefs>
    <ds:schemaRef ds:uri="02d12187-754c-41a9-9e93-c3e1cfacc155"/>
    <ds:schemaRef ds:uri="24aad6ed-8e98-4740-9b59-fe529d18aeae"/>
    <ds:schemaRef ds:uri="449e88a4-9832-4738-af2d-59c8499ac3a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03A7FE5-5FCC-46DC-AE20-899AF1385842}">
  <ds:schemaRefs>
    <ds:schemaRef ds:uri="02d12187-754c-41a9-9e93-c3e1cfacc155"/>
    <ds:schemaRef ds:uri="24aad6ed-8e98-4740-9b59-fe529d18aeae"/>
    <ds:schemaRef ds:uri="449e88a4-9832-4738-af2d-59c8499ac3a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957</Words>
  <Application>Microsoft Office PowerPoint</Application>
  <PresentationFormat>Widescreen</PresentationFormat>
  <Paragraphs>267</Paragraphs>
  <Slides>15</Slides>
  <Notes>1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DIN Condensed</vt:lpstr>
      <vt:lpstr>DIN Offc Pro</vt:lpstr>
      <vt:lpstr>DIN Offc Pro Black</vt:lpstr>
      <vt:lpstr>DIN Offc Pro Light</vt:lpstr>
      <vt:lpstr>Segoe UI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Avinash Gopal (RAPP)</dc:creator>
  <cp:lastModifiedBy>Arnav Rustagi (Omnicom)</cp:lastModifiedBy>
  <cp:revision>1</cp:revision>
  <dcterms:created xsi:type="dcterms:W3CDTF">2023-06-01T07:36:08Z</dcterms:created>
  <dcterms:modified xsi:type="dcterms:W3CDTF">2026-07-28T17:00:08Z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0x0101002F763F19F03E6B4EA7DDBC1FD77AA07A</vt:lpwstr>
  </property>
  <property fmtid="{D5CDD505-2E9C-101B-9397-08002B2CF9AE}" pid="3" name="MediaServiceImageTags">
    <vt:lpwstr/>
  </property>
  <property fmtid="{D5CDD505-2E9C-101B-9397-08002B2CF9AE}" pid="4" name="MSIP_Label_8e19d756-792e-42a1-bcad-4cb9051ddd2d_Enabled">
    <vt:lpwstr>true</vt:lpwstr>
  </property>
  <property fmtid="{D5CDD505-2E9C-101B-9397-08002B2CF9AE}" pid="5" name="MSIP_Label_8e19d756-792e-42a1-bcad-4cb9051ddd2d_SetDate">
    <vt:lpwstr>2024-07-26T05:34:47Z</vt:lpwstr>
  </property>
  <property fmtid="{D5CDD505-2E9C-101B-9397-08002B2CF9AE}" pid="6" name="MSIP_Label_8e19d756-792e-42a1-bcad-4cb9051ddd2d_Method">
    <vt:lpwstr>Standard</vt:lpwstr>
  </property>
  <property fmtid="{D5CDD505-2E9C-101B-9397-08002B2CF9AE}" pid="7" name="MSIP_Label_8e19d756-792e-42a1-bcad-4cb9051ddd2d_Name">
    <vt:lpwstr>Confidential</vt:lpwstr>
  </property>
  <property fmtid="{D5CDD505-2E9C-101B-9397-08002B2CF9AE}" pid="8" name="MSIP_Label_8e19d756-792e-42a1-bcad-4cb9051ddd2d_SiteId">
    <vt:lpwstr>41eb501a-f671-4ce0-a5bf-b64168c3705f</vt:lpwstr>
  </property>
  <property fmtid="{D5CDD505-2E9C-101B-9397-08002B2CF9AE}" pid="9" name="MSIP_Label_8e19d756-792e-42a1-bcad-4cb9051ddd2d_ActionId">
    <vt:lpwstr>6c346420-f8a0-4338-9542-c1bdd1c94e13</vt:lpwstr>
  </property>
  <property fmtid="{D5CDD505-2E9C-101B-9397-08002B2CF9AE}" pid="10" name="MSIP_Label_8e19d756-792e-42a1-bcad-4cb9051ddd2d_ContentBits">
    <vt:lpwstr>2</vt:lpwstr>
  </property>
  <property fmtid="{D5CDD505-2E9C-101B-9397-08002B2CF9AE}" pid="11" name="ClassificationContentMarkingFooterLocations">
    <vt:lpwstr>1_Office Theme:3</vt:lpwstr>
  </property>
  <property fmtid="{D5CDD505-2E9C-101B-9397-08002B2CF9AE}" pid="12" name="ClassificationContentMarkingFooterText">
    <vt:lpwstr>Confidential - Not for Public Consumption or Distribution</vt:lpwstr>
  </property>
</Properties>
</file>